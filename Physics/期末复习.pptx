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av" ContentType="audio/wav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29"/>
  </p:notesMasterIdLst>
  <p:sldIdLst>
    <p:sldId id="480" r:id="rId2"/>
    <p:sldId id="536" r:id="rId3"/>
    <p:sldId id="539" r:id="rId4"/>
    <p:sldId id="530" r:id="rId5"/>
    <p:sldId id="532" r:id="rId6"/>
    <p:sldId id="540" r:id="rId7"/>
    <p:sldId id="541" r:id="rId8"/>
    <p:sldId id="542" r:id="rId9"/>
    <p:sldId id="543" r:id="rId10"/>
    <p:sldId id="544" r:id="rId11"/>
    <p:sldId id="545" r:id="rId12"/>
    <p:sldId id="546" r:id="rId13"/>
    <p:sldId id="547" r:id="rId14"/>
    <p:sldId id="548" r:id="rId15"/>
    <p:sldId id="549" r:id="rId16"/>
    <p:sldId id="550" r:id="rId17"/>
    <p:sldId id="552" r:id="rId18"/>
    <p:sldId id="555" r:id="rId19"/>
    <p:sldId id="556" r:id="rId20"/>
    <p:sldId id="557" r:id="rId21"/>
    <p:sldId id="551" r:id="rId22"/>
    <p:sldId id="553" r:id="rId23"/>
    <p:sldId id="554" r:id="rId24"/>
    <p:sldId id="271" r:id="rId25"/>
    <p:sldId id="272" r:id="rId26"/>
    <p:sldId id="273" r:id="rId27"/>
    <p:sldId id="274" r:id="rId28"/>
  </p:sldIdLst>
  <p:sldSz cx="9144000" cy="514032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86ED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406" autoAdjust="0"/>
    <p:restoredTop sz="94660"/>
  </p:normalViewPr>
  <p:slideViewPr>
    <p:cSldViewPr snapToGrid="0">
      <p:cViewPr varScale="1">
        <p:scale>
          <a:sx n="209" d="100"/>
          <a:sy n="209" d="100"/>
        </p:scale>
        <p:origin x="276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wmf"/><Relationship Id="rId1" Type="http://schemas.openxmlformats.org/officeDocument/2006/relationships/image" Target="../media/image2.wmf"/><Relationship Id="rId4" Type="http://schemas.openxmlformats.org/officeDocument/2006/relationships/image" Target="../media/image5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.wmf"/><Relationship Id="rId7" Type="http://schemas.openxmlformats.org/officeDocument/2006/relationships/image" Target="../media/image16.wmf"/><Relationship Id="rId2" Type="http://schemas.openxmlformats.org/officeDocument/2006/relationships/image" Target="../media/image11.wmf"/><Relationship Id="rId1" Type="http://schemas.openxmlformats.org/officeDocument/2006/relationships/image" Target="../media/image10.wmf"/><Relationship Id="rId6" Type="http://schemas.openxmlformats.org/officeDocument/2006/relationships/image" Target="../media/image15.wmf"/><Relationship Id="rId5" Type="http://schemas.openxmlformats.org/officeDocument/2006/relationships/image" Target="../media/image14.wmf"/><Relationship Id="rId4" Type="http://schemas.openxmlformats.org/officeDocument/2006/relationships/image" Target="../media/image13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9.wmf"/><Relationship Id="rId7" Type="http://schemas.openxmlformats.org/officeDocument/2006/relationships/image" Target="../media/image23.wmf"/><Relationship Id="rId2" Type="http://schemas.openxmlformats.org/officeDocument/2006/relationships/image" Target="../media/image18.wmf"/><Relationship Id="rId1" Type="http://schemas.openxmlformats.org/officeDocument/2006/relationships/image" Target="../media/image17.wmf"/><Relationship Id="rId6" Type="http://schemas.openxmlformats.org/officeDocument/2006/relationships/image" Target="../media/image22.wmf"/><Relationship Id="rId5" Type="http://schemas.openxmlformats.org/officeDocument/2006/relationships/image" Target="../media/image21.wmf"/><Relationship Id="rId4" Type="http://schemas.openxmlformats.org/officeDocument/2006/relationships/image" Target="../media/image20.wmf"/></Relationships>
</file>

<file path=ppt/drawings/_rels/vmlDrawing5.vml.rels><?xml version="1.0" encoding="UTF-8" standalone="yes"?>
<Relationships xmlns="http://schemas.openxmlformats.org/package/2006/relationships"><Relationship Id="rId8" Type="http://schemas.openxmlformats.org/officeDocument/2006/relationships/image" Target="../media/image31.wmf"/><Relationship Id="rId13" Type="http://schemas.openxmlformats.org/officeDocument/2006/relationships/image" Target="../media/image36.wmf"/><Relationship Id="rId3" Type="http://schemas.openxmlformats.org/officeDocument/2006/relationships/image" Target="../media/image26.wmf"/><Relationship Id="rId7" Type="http://schemas.openxmlformats.org/officeDocument/2006/relationships/image" Target="../media/image30.wmf"/><Relationship Id="rId12" Type="http://schemas.openxmlformats.org/officeDocument/2006/relationships/image" Target="../media/image35.wmf"/><Relationship Id="rId2" Type="http://schemas.openxmlformats.org/officeDocument/2006/relationships/image" Target="../media/image25.wmf"/><Relationship Id="rId1" Type="http://schemas.openxmlformats.org/officeDocument/2006/relationships/image" Target="../media/image24.wmf"/><Relationship Id="rId6" Type="http://schemas.openxmlformats.org/officeDocument/2006/relationships/image" Target="../media/image29.emf"/><Relationship Id="rId11" Type="http://schemas.openxmlformats.org/officeDocument/2006/relationships/image" Target="../media/image34.wmf"/><Relationship Id="rId5" Type="http://schemas.openxmlformats.org/officeDocument/2006/relationships/image" Target="../media/image28.emf"/><Relationship Id="rId10" Type="http://schemas.openxmlformats.org/officeDocument/2006/relationships/image" Target="../media/image33.wmf"/><Relationship Id="rId4" Type="http://schemas.openxmlformats.org/officeDocument/2006/relationships/image" Target="../media/image27.wmf"/><Relationship Id="rId9" Type="http://schemas.openxmlformats.org/officeDocument/2006/relationships/image" Target="../media/image32.wmf"/><Relationship Id="rId14" Type="http://schemas.openxmlformats.org/officeDocument/2006/relationships/image" Target="../media/image37.wmf"/></Relationships>
</file>

<file path=ppt/drawings/_rels/vmlDrawing6.vml.rels><?xml version="1.0" encoding="UTF-8" standalone="yes"?>
<Relationships xmlns="http://schemas.openxmlformats.org/package/2006/relationships"><Relationship Id="rId8" Type="http://schemas.openxmlformats.org/officeDocument/2006/relationships/image" Target="../media/image45.wmf"/><Relationship Id="rId3" Type="http://schemas.openxmlformats.org/officeDocument/2006/relationships/image" Target="../media/image40.wmf"/><Relationship Id="rId7" Type="http://schemas.openxmlformats.org/officeDocument/2006/relationships/image" Target="../media/image44.wmf"/><Relationship Id="rId2" Type="http://schemas.openxmlformats.org/officeDocument/2006/relationships/image" Target="../media/image39.wmf"/><Relationship Id="rId1" Type="http://schemas.openxmlformats.org/officeDocument/2006/relationships/image" Target="../media/image38.wmf"/><Relationship Id="rId6" Type="http://schemas.openxmlformats.org/officeDocument/2006/relationships/image" Target="../media/image43.wmf"/><Relationship Id="rId5" Type="http://schemas.openxmlformats.org/officeDocument/2006/relationships/image" Target="../media/image42.wmf"/><Relationship Id="rId4" Type="http://schemas.openxmlformats.org/officeDocument/2006/relationships/image" Target="../media/image41.wmf"/><Relationship Id="rId9" Type="http://schemas.openxmlformats.org/officeDocument/2006/relationships/image" Target="../media/image46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49.wmf"/><Relationship Id="rId7" Type="http://schemas.openxmlformats.org/officeDocument/2006/relationships/image" Target="../media/image53.wmf"/><Relationship Id="rId2" Type="http://schemas.openxmlformats.org/officeDocument/2006/relationships/image" Target="../media/image48.wmf"/><Relationship Id="rId1" Type="http://schemas.openxmlformats.org/officeDocument/2006/relationships/image" Target="../media/image47.wmf"/><Relationship Id="rId6" Type="http://schemas.openxmlformats.org/officeDocument/2006/relationships/image" Target="../media/image52.wmf"/><Relationship Id="rId5" Type="http://schemas.openxmlformats.org/officeDocument/2006/relationships/image" Target="../media/image51.wmf"/><Relationship Id="rId4" Type="http://schemas.openxmlformats.org/officeDocument/2006/relationships/image" Target="../media/image50.wmf"/></Relationships>
</file>

<file path=ppt/drawings/_rels/vmlDrawing8.vml.rels><?xml version="1.0" encoding="UTF-8" standalone="yes"?>
<Relationships xmlns="http://schemas.openxmlformats.org/package/2006/relationships"><Relationship Id="rId8" Type="http://schemas.openxmlformats.org/officeDocument/2006/relationships/image" Target="../media/image60.wmf"/><Relationship Id="rId13" Type="http://schemas.openxmlformats.org/officeDocument/2006/relationships/image" Target="../media/image64.wmf"/><Relationship Id="rId3" Type="http://schemas.openxmlformats.org/officeDocument/2006/relationships/image" Target="../media/image56.wmf"/><Relationship Id="rId7" Type="http://schemas.openxmlformats.org/officeDocument/2006/relationships/image" Target="../media/image59.wmf"/><Relationship Id="rId12" Type="http://schemas.openxmlformats.org/officeDocument/2006/relationships/image" Target="../media/image42.wmf"/><Relationship Id="rId2" Type="http://schemas.openxmlformats.org/officeDocument/2006/relationships/image" Target="../media/image55.wmf"/><Relationship Id="rId1" Type="http://schemas.openxmlformats.org/officeDocument/2006/relationships/image" Target="../media/image54.wmf"/><Relationship Id="rId6" Type="http://schemas.openxmlformats.org/officeDocument/2006/relationships/image" Target="../media/image58.wmf"/><Relationship Id="rId11" Type="http://schemas.openxmlformats.org/officeDocument/2006/relationships/image" Target="../media/image63.wmf"/><Relationship Id="rId5" Type="http://schemas.openxmlformats.org/officeDocument/2006/relationships/image" Target="../media/image10.wmf"/><Relationship Id="rId15" Type="http://schemas.openxmlformats.org/officeDocument/2006/relationships/image" Target="../media/image66.wmf"/><Relationship Id="rId10" Type="http://schemas.openxmlformats.org/officeDocument/2006/relationships/image" Target="../media/image62.wmf"/><Relationship Id="rId4" Type="http://schemas.openxmlformats.org/officeDocument/2006/relationships/image" Target="../media/image57.wmf"/><Relationship Id="rId9" Type="http://schemas.openxmlformats.org/officeDocument/2006/relationships/image" Target="../media/image61.wmf"/><Relationship Id="rId14" Type="http://schemas.openxmlformats.org/officeDocument/2006/relationships/image" Target="../media/image65.w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69.wmf"/><Relationship Id="rId2" Type="http://schemas.openxmlformats.org/officeDocument/2006/relationships/image" Target="../media/image68.wmf"/><Relationship Id="rId1" Type="http://schemas.openxmlformats.org/officeDocument/2006/relationships/image" Target="../media/image67.w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72.wmf"/><Relationship Id="rId2" Type="http://schemas.openxmlformats.org/officeDocument/2006/relationships/image" Target="../media/image71.wmf"/><Relationship Id="rId1" Type="http://schemas.openxmlformats.org/officeDocument/2006/relationships/image" Target="../media/image70.wmf"/><Relationship Id="rId5" Type="http://schemas.openxmlformats.org/officeDocument/2006/relationships/image" Target="../media/image74.wmf"/><Relationship Id="rId4" Type="http://schemas.openxmlformats.org/officeDocument/2006/relationships/image" Target="../media/image73.wmf"/></Relationships>
</file>

<file path=ppt/drawings/_rels/vmlDrawing11.vml.rels><?xml version="1.0" encoding="UTF-8" standalone="yes"?>
<Relationships xmlns="http://schemas.openxmlformats.org/package/2006/relationships"><Relationship Id="rId8" Type="http://schemas.openxmlformats.org/officeDocument/2006/relationships/image" Target="../media/image82.wmf"/><Relationship Id="rId3" Type="http://schemas.openxmlformats.org/officeDocument/2006/relationships/image" Target="../media/image77.wmf"/><Relationship Id="rId7" Type="http://schemas.openxmlformats.org/officeDocument/2006/relationships/image" Target="../media/image81.wmf"/><Relationship Id="rId12" Type="http://schemas.openxmlformats.org/officeDocument/2006/relationships/image" Target="../media/image86.wmf"/><Relationship Id="rId2" Type="http://schemas.openxmlformats.org/officeDocument/2006/relationships/image" Target="../media/image76.wmf"/><Relationship Id="rId1" Type="http://schemas.openxmlformats.org/officeDocument/2006/relationships/image" Target="../media/image75.wmf"/><Relationship Id="rId6" Type="http://schemas.openxmlformats.org/officeDocument/2006/relationships/image" Target="../media/image80.wmf"/><Relationship Id="rId11" Type="http://schemas.openxmlformats.org/officeDocument/2006/relationships/image" Target="../media/image85.wmf"/><Relationship Id="rId5" Type="http://schemas.openxmlformats.org/officeDocument/2006/relationships/image" Target="../media/image79.wmf"/><Relationship Id="rId10" Type="http://schemas.openxmlformats.org/officeDocument/2006/relationships/image" Target="../media/image84.wmf"/><Relationship Id="rId4" Type="http://schemas.openxmlformats.org/officeDocument/2006/relationships/image" Target="../media/image78.wmf"/><Relationship Id="rId9" Type="http://schemas.openxmlformats.org/officeDocument/2006/relationships/image" Target="../media/image83.wmf"/></Relationships>
</file>

<file path=ppt/drawings/_rels/vmlDrawing12.vml.rels><?xml version="1.0" encoding="UTF-8" standalone="yes"?>
<Relationships xmlns="http://schemas.openxmlformats.org/package/2006/relationships"><Relationship Id="rId3" Type="http://schemas.openxmlformats.org/officeDocument/2006/relationships/image" Target="../media/image93.wmf"/><Relationship Id="rId2" Type="http://schemas.openxmlformats.org/officeDocument/2006/relationships/image" Target="../media/image92.wmf"/><Relationship Id="rId1" Type="http://schemas.openxmlformats.org/officeDocument/2006/relationships/image" Target="../media/image91.wmf"/><Relationship Id="rId6" Type="http://schemas.openxmlformats.org/officeDocument/2006/relationships/image" Target="../media/image96.wmf"/><Relationship Id="rId5" Type="http://schemas.openxmlformats.org/officeDocument/2006/relationships/image" Target="../media/image95.wmf"/><Relationship Id="rId4" Type="http://schemas.openxmlformats.org/officeDocument/2006/relationships/image" Target="../media/image94.wmf"/></Relationships>
</file>

<file path=ppt/drawings/_rels/vmlDrawing1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5.wmf"/><Relationship Id="rId2" Type="http://schemas.openxmlformats.org/officeDocument/2006/relationships/image" Target="../media/image104.wmf"/><Relationship Id="rId1" Type="http://schemas.openxmlformats.org/officeDocument/2006/relationships/image" Target="../media/image103.wmf"/><Relationship Id="rId6" Type="http://schemas.openxmlformats.org/officeDocument/2006/relationships/image" Target="../media/image108.wmf"/><Relationship Id="rId5" Type="http://schemas.openxmlformats.org/officeDocument/2006/relationships/image" Target="../media/image107.wmf"/><Relationship Id="rId4" Type="http://schemas.openxmlformats.org/officeDocument/2006/relationships/image" Target="../media/image106.wmf"/></Relationships>
</file>

<file path=ppt/drawings/_rels/vmlDrawing1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wmf"/><Relationship Id="rId7" Type="http://schemas.openxmlformats.org/officeDocument/2006/relationships/image" Target="../media/image115.wmf"/><Relationship Id="rId2" Type="http://schemas.openxmlformats.org/officeDocument/2006/relationships/image" Target="../media/image110.wmf"/><Relationship Id="rId1" Type="http://schemas.openxmlformats.org/officeDocument/2006/relationships/image" Target="../media/image109.wmf"/><Relationship Id="rId6" Type="http://schemas.openxmlformats.org/officeDocument/2006/relationships/image" Target="../media/image114.wmf"/><Relationship Id="rId5" Type="http://schemas.openxmlformats.org/officeDocument/2006/relationships/image" Target="../media/image113.wmf"/><Relationship Id="rId4" Type="http://schemas.openxmlformats.org/officeDocument/2006/relationships/image" Target="../media/image112.wmf"/></Relationships>
</file>

<file path=ppt/drawings/_rels/vmlDrawing15.vml.rels><?xml version="1.0" encoding="UTF-8" standalone="yes"?>
<Relationships xmlns="http://schemas.openxmlformats.org/package/2006/relationships"><Relationship Id="rId8" Type="http://schemas.openxmlformats.org/officeDocument/2006/relationships/image" Target="../media/image126.wmf"/><Relationship Id="rId13" Type="http://schemas.openxmlformats.org/officeDocument/2006/relationships/image" Target="../media/image131.wmf"/><Relationship Id="rId18" Type="http://schemas.openxmlformats.org/officeDocument/2006/relationships/image" Target="../media/image136.wmf"/><Relationship Id="rId3" Type="http://schemas.openxmlformats.org/officeDocument/2006/relationships/image" Target="../media/image121.wmf"/><Relationship Id="rId21" Type="http://schemas.openxmlformats.org/officeDocument/2006/relationships/image" Target="../media/image139.wmf"/><Relationship Id="rId7" Type="http://schemas.openxmlformats.org/officeDocument/2006/relationships/image" Target="../media/image125.wmf"/><Relationship Id="rId12" Type="http://schemas.openxmlformats.org/officeDocument/2006/relationships/image" Target="../media/image130.wmf"/><Relationship Id="rId17" Type="http://schemas.openxmlformats.org/officeDocument/2006/relationships/image" Target="../media/image135.wmf"/><Relationship Id="rId2" Type="http://schemas.openxmlformats.org/officeDocument/2006/relationships/image" Target="../media/image120.wmf"/><Relationship Id="rId16" Type="http://schemas.openxmlformats.org/officeDocument/2006/relationships/image" Target="../media/image134.wmf"/><Relationship Id="rId20" Type="http://schemas.openxmlformats.org/officeDocument/2006/relationships/image" Target="../media/image138.wmf"/><Relationship Id="rId1" Type="http://schemas.openxmlformats.org/officeDocument/2006/relationships/image" Target="../media/image119.wmf"/><Relationship Id="rId6" Type="http://schemas.openxmlformats.org/officeDocument/2006/relationships/image" Target="../media/image124.wmf"/><Relationship Id="rId11" Type="http://schemas.openxmlformats.org/officeDocument/2006/relationships/image" Target="../media/image129.wmf"/><Relationship Id="rId24" Type="http://schemas.openxmlformats.org/officeDocument/2006/relationships/image" Target="../media/image142.wmf"/><Relationship Id="rId5" Type="http://schemas.openxmlformats.org/officeDocument/2006/relationships/image" Target="../media/image123.wmf"/><Relationship Id="rId15" Type="http://schemas.openxmlformats.org/officeDocument/2006/relationships/image" Target="../media/image133.wmf"/><Relationship Id="rId23" Type="http://schemas.openxmlformats.org/officeDocument/2006/relationships/image" Target="../media/image141.wmf"/><Relationship Id="rId10" Type="http://schemas.openxmlformats.org/officeDocument/2006/relationships/image" Target="../media/image128.wmf"/><Relationship Id="rId19" Type="http://schemas.openxmlformats.org/officeDocument/2006/relationships/image" Target="../media/image137.wmf"/><Relationship Id="rId4" Type="http://schemas.openxmlformats.org/officeDocument/2006/relationships/image" Target="../media/image122.wmf"/><Relationship Id="rId9" Type="http://schemas.openxmlformats.org/officeDocument/2006/relationships/image" Target="../media/image127.wmf"/><Relationship Id="rId14" Type="http://schemas.openxmlformats.org/officeDocument/2006/relationships/image" Target="../media/image132.wmf"/><Relationship Id="rId22" Type="http://schemas.openxmlformats.org/officeDocument/2006/relationships/image" Target="../media/image140.wmf"/></Relationships>
</file>

<file path=ppt/drawings/_rels/vmlDrawing16.vml.rels><?xml version="1.0" encoding="UTF-8" standalone="yes"?>
<Relationships xmlns="http://schemas.openxmlformats.org/package/2006/relationships"><Relationship Id="rId8" Type="http://schemas.openxmlformats.org/officeDocument/2006/relationships/image" Target="../media/image150.wmf"/><Relationship Id="rId3" Type="http://schemas.openxmlformats.org/officeDocument/2006/relationships/image" Target="../media/image146.wmf"/><Relationship Id="rId7" Type="http://schemas.openxmlformats.org/officeDocument/2006/relationships/image" Target="../media/image149.wmf"/><Relationship Id="rId2" Type="http://schemas.openxmlformats.org/officeDocument/2006/relationships/image" Target="../media/image145.wmf"/><Relationship Id="rId1" Type="http://schemas.openxmlformats.org/officeDocument/2006/relationships/image" Target="../media/image144.wmf"/><Relationship Id="rId6" Type="http://schemas.openxmlformats.org/officeDocument/2006/relationships/image" Target="../media/image148.wmf"/><Relationship Id="rId5" Type="http://schemas.openxmlformats.org/officeDocument/2006/relationships/image" Target="../media/image147.wmf"/><Relationship Id="rId10" Type="http://schemas.openxmlformats.org/officeDocument/2006/relationships/image" Target="../media/image152.wmf"/><Relationship Id="rId4" Type="http://schemas.openxmlformats.org/officeDocument/2006/relationships/image" Target="../media/image122.wmf"/><Relationship Id="rId9" Type="http://schemas.openxmlformats.org/officeDocument/2006/relationships/image" Target="../media/image151.wmf"/></Relationships>
</file>

<file path=ppt/drawings/_rels/vmlDrawing17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5.wmf"/><Relationship Id="rId2" Type="http://schemas.openxmlformats.org/officeDocument/2006/relationships/image" Target="../media/image154.wmf"/><Relationship Id="rId1" Type="http://schemas.openxmlformats.org/officeDocument/2006/relationships/image" Target="../media/image153.wmf"/><Relationship Id="rId5" Type="http://schemas.openxmlformats.org/officeDocument/2006/relationships/image" Target="../media/image157.wmf"/><Relationship Id="rId4" Type="http://schemas.openxmlformats.org/officeDocument/2006/relationships/image" Target="../media/image156.wmf"/></Relationships>
</file>

<file path=ppt/drawings/_rels/vmlDrawing18.vml.rels><?xml version="1.0" encoding="UTF-8" standalone="yes"?>
<Relationships xmlns="http://schemas.openxmlformats.org/package/2006/relationships"><Relationship Id="rId8" Type="http://schemas.openxmlformats.org/officeDocument/2006/relationships/image" Target="../media/image166.wmf"/><Relationship Id="rId3" Type="http://schemas.openxmlformats.org/officeDocument/2006/relationships/image" Target="../media/image161.wmf"/><Relationship Id="rId7" Type="http://schemas.openxmlformats.org/officeDocument/2006/relationships/image" Target="../media/image165.wmf"/><Relationship Id="rId2" Type="http://schemas.openxmlformats.org/officeDocument/2006/relationships/image" Target="../media/image160.wmf"/><Relationship Id="rId1" Type="http://schemas.openxmlformats.org/officeDocument/2006/relationships/image" Target="../media/image159.wmf"/><Relationship Id="rId6" Type="http://schemas.openxmlformats.org/officeDocument/2006/relationships/image" Target="../media/image164.wmf"/><Relationship Id="rId5" Type="http://schemas.openxmlformats.org/officeDocument/2006/relationships/image" Target="../media/image163.wmf"/><Relationship Id="rId4" Type="http://schemas.openxmlformats.org/officeDocument/2006/relationships/image" Target="../media/image162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43497A-0726-452A-AE3D-0D944692F8CF}" type="datetimeFigureOut">
              <a:rPr lang="zh-CN" altLang="en-US" smtClean="0"/>
              <a:t>2023/5/30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4213" y="1143000"/>
            <a:ext cx="54895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E48CD5-07F6-4B9C-B4DC-7277D8D023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27310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85617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809" algn="l" defTabSz="685617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617" algn="l" defTabSz="685617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426" algn="l" defTabSz="685617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234" algn="l" defTabSz="685617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043" algn="l" defTabSz="685617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6851" algn="l" defTabSz="685617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399660" algn="l" defTabSz="685617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2468" algn="l" defTabSz="685617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4213" y="1143000"/>
            <a:ext cx="5489575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170431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4213" y="1143000"/>
            <a:ext cx="5489575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597981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4213" y="1143000"/>
            <a:ext cx="5489575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973293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4213" y="1143000"/>
            <a:ext cx="5489575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9848783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4213" y="1143000"/>
            <a:ext cx="5489575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6812944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4213" y="1143000"/>
            <a:ext cx="5489575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2761386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4213" y="1143000"/>
            <a:ext cx="5489575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1695496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4213" y="1143000"/>
            <a:ext cx="5489575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038533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4213" y="1143000"/>
            <a:ext cx="5489575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4205606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4213" y="1143000"/>
            <a:ext cx="5489575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4054916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4213" y="1143000"/>
            <a:ext cx="5489575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7099563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4213" y="1143000"/>
            <a:ext cx="5489575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5486843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4213" y="1143000"/>
            <a:ext cx="5489575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8451067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4213" y="1143000"/>
            <a:ext cx="5489575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8002386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4213" y="1143000"/>
            <a:ext cx="5489575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8887488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4213" y="1143000"/>
            <a:ext cx="5489575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5837808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4213" y="1143000"/>
            <a:ext cx="5489575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4779346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4213" y="1143000"/>
            <a:ext cx="5489575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3851741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4213" y="1143000"/>
            <a:ext cx="5489575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388953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252"/>
            <a:ext cx="6858000" cy="1789595"/>
          </a:xfrm>
        </p:spPr>
        <p:txBody>
          <a:bodyPr anchor="b"/>
          <a:lstStyle>
            <a:lvl1pPr algn="ctr">
              <a:defRPr sz="4497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699861"/>
            <a:ext cx="6858000" cy="1241055"/>
          </a:xfrm>
        </p:spPr>
        <p:txBody>
          <a:bodyPr/>
          <a:lstStyle>
            <a:lvl1pPr marL="0" indent="0" algn="ctr">
              <a:buNone/>
              <a:defRPr sz="1799"/>
            </a:lvl1pPr>
            <a:lvl2pPr marL="342671" indent="0" algn="ctr">
              <a:buNone/>
              <a:defRPr sz="1499"/>
            </a:lvl2pPr>
            <a:lvl3pPr marL="685343" indent="0" algn="ctr">
              <a:buNone/>
              <a:defRPr sz="1349"/>
            </a:lvl3pPr>
            <a:lvl4pPr marL="1028014" indent="0" algn="ctr">
              <a:buNone/>
              <a:defRPr sz="1199"/>
            </a:lvl4pPr>
            <a:lvl5pPr marL="1370686" indent="0" algn="ctr">
              <a:buNone/>
              <a:defRPr sz="1199"/>
            </a:lvl5pPr>
            <a:lvl6pPr marL="1713357" indent="0" algn="ctr">
              <a:buNone/>
              <a:defRPr sz="1199"/>
            </a:lvl6pPr>
            <a:lvl7pPr marL="2056028" indent="0" algn="ctr">
              <a:buNone/>
              <a:defRPr sz="1199"/>
            </a:lvl7pPr>
            <a:lvl8pPr marL="2398700" indent="0" algn="ctr">
              <a:buNone/>
              <a:defRPr sz="1199"/>
            </a:lvl8pPr>
            <a:lvl9pPr marL="2741371" indent="0" algn="ctr">
              <a:buNone/>
              <a:defRPr sz="1199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714D82-54DE-4C5E-8AF7-4233B0D0C46E}" type="datetimeFigureOut">
              <a:rPr lang="zh-CN" altLang="en-US" smtClean="0"/>
              <a:t>2023/5/30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AF7BE7-2E41-42D3-ACE9-887AC799C79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97916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714D82-54DE-4C5E-8AF7-4233B0D0C46E}" type="datetimeFigureOut">
              <a:rPr lang="zh-CN" altLang="en-US" smtClean="0"/>
              <a:t>2023/5/30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AF7BE7-2E41-42D3-ACE9-887AC799C79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39920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1512"/>
            <a:ext cx="7886700" cy="2138232"/>
          </a:xfrm>
        </p:spPr>
        <p:txBody>
          <a:bodyPr anchor="b"/>
          <a:lstStyle>
            <a:lvl1pPr>
              <a:defRPr sz="4497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39973"/>
            <a:ext cx="7886700" cy="1124446"/>
          </a:xfrm>
        </p:spPr>
        <p:txBody>
          <a:bodyPr/>
          <a:lstStyle>
            <a:lvl1pPr marL="0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1pPr>
            <a:lvl2pPr marL="342671" indent="0">
              <a:buNone/>
              <a:defRPr sz="1499">
                <a:solidFill>
                  <a:schemeClr val="tx1">
                    <a:tint val="75000"/>
                  </a:schemeClr>
                </a:solidFill>
              </a:defRPr>
            </a:lvl2pPr>
            <a:lvl3pPr marL="685343" indent="0">
              <a:buNone/>
              <a:defRPr sz="1349">
                <a:solidFill>
                  <a:schemeClr val="tx1">
                    <a:tint val="75000"/>
                  </a:schemeClr>
                </a:solidFill>
              </a:defRPr>
            </a:lvl3pPr>
            <a:lvl4pPr marL="1028014" indent="0">
              <a:buNone/>
              <a:defRPr sz="1199">
                <a:solidFill>
                  <a:schemeClr val="tx1">
                    <a:tint val="75000"/>
                  </a:schemeClr>
                </a:solidFill>
              </a:defRPr>
            </a:lvl4pPr>
            <a:lvl5pPr marL="1370686" indent="0">
              <a:buNone/>
              <a:defRPr sz="1199">
                <a:solidFill>
                  <a:schemeClr val="tx1">
                    <a:tint val="75000"/>
                  </a:schemeClr>
                </a:solidFill>
              </a:defRPr>
            </a:lvl5pPr>
            <a:lvl6pPr marL="1713357" indent="0">
              <a:buNone/>
              <a:defRPr sz="1199">
                <a:solidFill>
                  <a:schemeClr val="tx1">
                    <a:tint val="75000"/>
                  </a:schemeClr>
                </a:solidFill>
              </a:defRPr>
            </a:lvl6pPr>
            <a:lvl7pPr marL="2056028" indent="0">
              <a:buNone/>
              <a:defRPr sz="1199">
                <a:solidFill>
                  <a:schemeClr val="tx1">
                    <a:tint val="75000"/>
                  </a:schemeClr>
                </a:solidFill>
              </a:defRPr>
            </a:lvl7pPr>
            <a:lvl8pPr marL="2398700" indent="0">
              <a:buNone/>
              <a:defRPr sz="1199">
                <a:solidFill>
                  <a:schemeClr val="tx1">
                    <a:tint val="75000"/>
                  </a:schemeClr>
                </a:solidFill>
              </a:defRPr>
            </a:lvl8pPr>
            <a:lvl9pPr marL="2741371" indent="0">
              <a:buNone/>
              <a:defRPr sz="119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714D82-54DE-4C5E-8AF7-4233B0D0C46E}" type="datetimeFigureOut">
              <a:rPr lang="zh-CN" altLang="en-US" smtClean="0"/>
              <a:t>2023/5/30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AF7BE7-2E41-42D3-ACE9-887AC799C79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933797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8374"/>
            <a:ext cx="3886200" cy="326148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8374"/>
            <a:ext cx="3886200" cy="326148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714D82-54DE-4C5E-8AF7-4233B0D0C46E}" type="datetimeFigureOut">
              <a:rPr lang="zh-CN" altLang="en-US" smtClean="0"/>
              <a:t>2023/5/30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AF7BE7-2E41-42D3-ACE9-887AC799C79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71655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675"/>
            <a:ext cx="7886700" cy="993559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094"/>
            <a:ext cx="3868340" cy="617553"/>
          </a:xfrm>
        </p:spPr>
        <p:txBody>
          <a:bodyPr anchor="b"/>
          <a:lstStyle>
            <a:lvl1pPr marL="0" indent="0">
              <a:buNone/>
              <a:defRPr sz="1799" b="1"/>
            </a:lvl1pPr>
            <a:lvl2pPr marL="342671" indent="0">
              <a:buNone/>
              <a:defRPr sz="1499" b="1"/>
            </a:lvl2pPr>
            <a:lvl3pPr marL="685343" indent="0">
              <a:buNone/>
              <a:defRPr sz="1349" b="1"/>
            </a:lvl3pPr>
            <a:lvl4pPr marL="1028014" indent="0">
              <a:buNone/>
              <a:defRPr sz="1199" b="1"/>
            </a:lvl4pPr>
            <a:lvl5pPr marL="1370686" indent="0">
              <a:buNone/>
              <a:defRPr sz="1199" b="1"/>
            </a:lvl5pPr>
            <a:lvl6pPr marL="1713357" indent="0">
              <a:buNone/>
              <a:defRPr sz="1199" b="1"/>
            </a:lvl6pPr>
            <a:lvl7pPr marL="2056028" indent="0">
              <a:buNone/>
              <a:defRPr sz="1199" b="1"/>
            </a:lvl7pPr>
            <a:lvl8pPr marL="2398700" indent="0">
              <a:buNone/>
              <a:defRPr sz="1199" b="1"/>
            </a:lvl8pPr>
            <a:lvl9pPr marL="2741371" indent="0">
              <a:buNone/>
              <a:defRPr sz="1199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7647"/>
            <a:ext cx="3868340" cy="276173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094"/>
            <a:ext cx="3887391" cy="617553"/>
          </a:xfrm>
        </p:spPr>
        <p:txBody>
          <a:bodyPr anchor="b"/>
          <a:lstStyle>
            <a:lvl1pPr marL="0" indent="0">
              <a:buNone/>
              <a:defRPr sz="1799" b="1"/>
            </a:lvl1pPr>
            <a:lvl2pPr marL="342671" indent="0">
              <a:buNone/>
              <a:defRPr sz="1499" b="1"/>
            </a:lvl2pPr>
            <a:lvl3pPr marL="685343" indent="0">
              <a:buNone/>
              <a:defRPr sz="1349" b="1"/>
            </a:lvl3pPr>
            <a:lvl4pPr marL="1028014" indent="0">
              <a:buNone/>
              <a:defRPr sz="1199" b="1"/>
            </a:lvl4pPr>
            <a:lvl5pPr marL="1370686" indent="0">
              <a:buNone/>
              <a:defRPr sz="1199" b="1"/>
            </a:lvl5pPr>
            <a:lvl6pPr marL="1713357" indent="0">
              <a:buNone/>
              <a:defRPr sz="1199" b="1"/>
            </a:lvl6pPr>
            <a:lvl7pPr marL="2056028" indent="0">
              <a:buNone/>
              <a:defRPr sz="1199" b="1"/>
            </a:lvl7pPr>
            <a:lvl8pPr marL="2398700" indent="0">
              <a:buNone/>
              <a:defRPr sz="1199" b="1"/>
            </a:lvl8pPr>
            <a:lvl9pPr marL="2741371" indent="0">
              <a:buNone/>
              <a:defRPr sz="1199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7647"/>
            <a:ext cx="3887391" cy="276173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714D82-54DE-4C5E-8AF7-4233B0D0C46E}" type="datetimeFigureOut">
              <a:rPr lang="zh-CN" altLang="en-US" smtClean="0"/>
              <a:t>2023/5/30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AF7BE7-2E41-42D3-ACE9-887AC799C79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30586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714D82-54DE-4C5E-8AF7-4233B0D0C46E}" type="datetimeFigureOut">
              <a:rPr lang="zh-CN" altLang="en-US" smtClean="0"/>
              <a:t>2023/5/30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AF7BE7-2E41-42D3-ACE9-887AC799C79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31649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714D82-54DE-4C5E-8AF7-4233B0D0C46E}" type="datetimeFigureOut">
              <a:rPr lang="zh-CN" altLang="en-US" smtClean="0"/>
              <a:t>2023/5/30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AF7BE7-2E41-42D3-ACE9-887AC799C79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48461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688"/>
            <a:ext cx="2949178" cy="1199409"/>
          </a:xfrm>
        </p:spPr>
        <p:txBody>
          <a:bodyPr anchor="b"/>
          <a:lstStyle>
            <a:lvl1pPr>
              <a:defRPr sz="2398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112"/>
            <a:ext cx="4629150" cy="3652962"/>
          </a:xfrm>
        </p:spPr>
        <p:txBody>
          <a:bodyPr/>
          <a:lstStyle>
            <a:lvl1pPr>
              <a:defRPr sz="2398"/>
            </a:lvl1pPr>
            <a:lvl2pPr>
              <a:defRPr sz="2099"/>
            </a:lvl2pPr>
            <a:lvl3pPr>
              <a:defRPr sz="1799"/>
            </a:lvl3pPr>
            <a:lvl4pPr>
              <a:defRPr sz="1499"/>
            </a:lvl4pPr>
            <a:lvl5pPr>
              <a:defRPr sz="1499"/>
            </a:lvl5pPr>
            <a:lvl6pPr>
              <a:defRPr sz="1499"/>
            </a:lvl6pPr>
            <a:lvl7pPr>
              <a:defRPr sz="1499"/>
            </a:lvl7pPr>
            <a:lvl8pPr>
              <a:defRPr sz="1499"/>
            </a:lvl8pPr>
            <a:lvl9pPr>
              <a:defRPr sz="1499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2098"/>
            <a:ext cx="2949178" cy="2856926"/>
          </a:xfrm>
        </p:spPr>
        <p:txBody>
          <a:bodyPr/>
          <a:lstStyle>
            <a:lvl1pPr marL="0" indent="0">
              <a:buNone/>
              <a:defRPr sz="1199"/>
            </a:lvl1pPr>
            <a:lvl2pPr marL="342671" indent="0">
              <a:buNone/>
              <a:defRPr sz="1049"/>
            </a:lvl2pPr>
            <a:lvl3pPr marL="685343" indent="0">
              <a:buNone/>
              <a:defRPr sz="899"/>
            </a:lvl3pPr>
            <a:lvl4pPr marL="1028014" indent="0">
              <a:buNone/>
              <a:defRPr sz="750"/>
            </a:lvl4pPr>
            <a:lvl5pPr marL="1370686" indent="0">
              <a:buNone/>
              <a:defRPr sz="750"/>
            </a:lvl5pPr>
            <a:lvl6pPr marL="1713357" indent="0">
              <a:buNone/>
              <a:defRPr sz="750"/>
            </a:lvl6pPr>
            <a:lvl7pPr marL="2056028" indent="0">
              <a:buNone/>
              <a:defRPr sz="750"/>
            </a:lvl7pPr>
            <a:lvl8pPr marL="2398700" indent="0">
              <a:buNone/>
              <a:defRPr sz="750"/>
            </a:lvl8pPr>
            <a:lvl9pPr marL="2741371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714D82-54DE-4C5E-8AF7-4233B0D0C46E}" type="datetimeFigureOut">
              <a:rPr lang="zh-CN" altLang="en-US" smtClean="0"/>
              <a:t>2023/5/30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AF7BE7-2E41-42D3-ACE9-887AC799C79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613705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688"/>
            <a:ext cx="2949178" cy="1199409"/>
          </a:xfrm>
        </p:spPr>
        <p:txBody>
          <a:bodyPr anchor="b"/>
          <a:lstStyle>
            <a:lvl1pPr>
              <a:defRPr sz="2398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112"/>
            <a:ext cx="4629150" cy="3652962"/>
          </a:xfrm>
        </p:spPr>
        <p:txBody>
          <a:bodyPr anchor="t"/>
          <a:lstStyle>
            <a:lvl1pPr marL="0" indent="0">
              <a:buNone/>
              <a:defRPr sz="2398"/>
            </a:lvl1pPr>
            <a:lvl2pPr marL="342671" indent="0">
              <a:buNone/>
              <a:defRPr sz="2099"/>
            </a:lvl2pPr>
            <a:lvl3pPr marL="685343" indent="0">
              <a:buNone/>
              <a:defRPr sz="1799"/>
            </a:lvl3pPr>
            <a:lvl4pPr marL="1028014" indent="0">
              <a:buNone/>
              <a:defRPr sz="1499"/>
            </a:lvl4pPr>
            <a:lvl5pPr marL="1370686" indent="0">
              <a:buNone/>
              <a:defRPr sz="1499"/>
            </a:lvl5pPr>
            <a:lvl6pPr marL="1713357" indent="0">
              <a:buNone/>
              <a:defRPr sz="1499"/>
            </a:lvl6pPr>
            <a:lvl7pPr marL="2056028" indent="0">
              <a:buNone/>
              <a:defRPr sz="1499"/>
            </a:lvl7pPr>
            <a:lvl8pPr marL="2398700" indent="0">
              <a:buNone/>
              <a:defRPr sz="1499"/>
            </a:lvl8pPr>
            <a:lvl9pPr marL="2741371" indent="0">
              <a:buNone/>
              <a:defRPr sz="1499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2098"/>
            <a:ext cx="2949178" cy="2856926"/>
          </a:xfrm>
        </p:spPr>
        <p:txBody>
          <a:bodyPr/>
          <a:lstStyle>
            <a:lvl1pPr marL="0" indent="0">
              <a:buNone/>
              <a:defRPr sz="1199"/>
            </a:lvl1pPr>
            <a:lvl2pPr marL="342671" indent="0">
              <a:buNone/>
              <a:defRPr sz="1049"/>
            </a:lvl2pPr>
            <a:lvl3pPr marL="685343" indent="0">
              <a:buNone/>
              <a:defRPr sz="899"/>
            </a:lvl3pPr>
            <a:lvl4pPr marL="1028014" indent="0">
              <a:buNone/>
              <a:defRPr sz="750"/>
            </a:lvl4pPr>
            <a:lvl5pPr marL="1370686" indent="0">
              <a:buNone/>
              <a:defRPr sz="750"/>
            </a:lvl5pPr>
            <a:lvl6pPr marL="1713357" indent="0">
              <a:buNone/>
              <a:defRPr sz="750"/>
            </a:lvl6pPr>
            <a:lvl7pPr marL="2056028" indent="0">
              <a:buNone/>
              <a:defRPr sz="750"/>
            </a:lvl7pPr>
            <a:lvl8pPr marL="2398700" indent="0">
              <a:buNone/>
              <a:defRPr sz="750"/>
            </a:lvl8pPr>
            <a:lvl9pPr marL="2741371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714D82-54DE-4C5E-8AF7-4233B0D0C46E}" type="datetimeFigureOut">
              <a:rPr lang="zh-CN" altLang="en-US" smtClean="0"/>
              <a:t>2023/5/30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AF7BE7-2E41-42D3-ACE9-887AC799C79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57863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714D82-54DE-4C5E-8AF7-4233B0D0C46E}" type="datetimeFigureOut">
              <a:rPr lang="zh-CN" altLang="en-US" smtClean="0"/>
              <a:t>2023/5/30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AF7BE7-2E41-42D3-ACE9-887AC799C79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33000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675"/>
            <a:ext cx="1971675" cy="435618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675"/>
            <a:ext cx="5800725" cy="435618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714D82-54DE-4C5E-8AF7-4233B0D0C46E}" type="datetimeFigureOut">
              <a:rPr lang="zh-CN" altLang="en-US" smtClean="0"/>
              <a:t>2023/5/30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AF7BE7-2E41-42D3-ACE9-887AC799C79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90580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675"/>
            <a:ext cx="7886700" cy="9935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8374"/>
            <a:ext cx="7886700" cy="32614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4320"/>
            <a:ext cx="2057400" cy="2736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9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714D82-54DE-4C5E-8AF7-4233B0D0C46E}" type="datetimeFigureOut">
              <a:rPr lang="zh-CN" altLang="en-US" smtClean="0"/>
              <a:t>2023/5/30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4320"/>
            <a:ext cx="3086100" cy="2736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9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4320"/>
            <a:ext cx="2057400" cy="2736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9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AF7BE7-2E41-42D3-ACE9-887AC799C79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032423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685343" rtl="0" eaLnBrk="1" latinLnBrk="0" hangingPunct="1">
        <a:lnSpc>
          <a:spcPct val="90000"/>
        </a:lnSpc>
        <a:spcBef>
          <a:spcPct val="0"/>
        </a:spcBef>
        <a:buNone/>
        <a:defRPr sz="329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336" indent="-171336" algn="l" defTabSz="685343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099" kern="1200">
          <a:solidFill>
            <a:schemeClr val="tx1"/>
          </a:solidFill>
          <a:latin typeface="+mn-lt"/>
          <a:ea typeface="+mn-ea"/>
          <a:cs typeface="+mn-cs"/>
        </a:defRPr>
      </a:lvl1pPr>
      <a:lvl2pPr marL="514007" indent="-171336" algn="l" defTabSz="68534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856679" indent="-171336" algn="l" defTabSz="68534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99" kern="1200">
          <a:solidFill>
            <a:schemeClr val="tx1"/>
          </a:solidFill>
          <a:latin typeface="+mn-lt"/>
          <a:ea typeface="+mn-ea"/>
          <a:cs typeface="+mn-cs"/>
        </a:defRPr>
      </a:lvl3pPr>
      <a:lvl4pPr marL="1199350" indent="-171336" algn="l" defTabSz="68534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49" kern="1200">
          <a:solidFill>
            <a:schemeClr val="tx1"/>
          </a:solidFill>
          <a:latin typeface="+mn-lt"/>
          <a:ea typeface="+mn-ea"/>
          <a:cs typeface="+mn-cs"/>
        </a:defRPr>
      </a:lvl4pPr>
      <a:lvl5pPr marL="1542021" indent="-171336" algn="l" defTabSz="68534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49" kern="1200">
          <a:solidFill>
            <a:schemeClr val="tx1"/>
          </a:solidFill>
          <a:latin typeface="+mn-lt"/>
          <a:ea typeface="+mn-ea"/>
          <a:cs typeface="+mn-cs"/>
        </a:defRPr>
      </a:lvl5pPr>
      <a:lvl6pPr marL="1884693" indent="-171336" algn="l" defTabSz="68534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49" kern="1200">
          <a:solidFill>
            <a:schemeClr val="tx1"/>
          </a:solidFill>
          <a:latin typeface="+mn-lt"/>
          <a:ea typeface="+mn-ea"/>
          <a:cs typeface="+mn-cs"/>
        </a:defRPr>
      </a:lvl6pPr>
      <a:lvl7pPr marL="2227364" indent="-171336" algn="l" defTabSz="68534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49" kern="1200">
          <a:solidFill>
            <a:schemeClr val="tx1"/>
          </a:solidFill>
          <a:latin typeface="+mn-lt"/>
          <a:ea typeface="+mn-ea"/>
          <a:cs typeface="+mn-cs"/>
        </a:defRPr>
      </a:lvl7pPr>
      <a:lvl8pPr marL="2570036" indent="-171336" algn="l" defTabSz="68534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49" kern="1200">
          <a:solidFill>
            <a:schemeClr val="tx1"/>
          </a:solidFill>
          <a:latin typeface="+mn-lt"/>
          <a:ea typeface="+mn-ea"/>
          <a:cs typeface="+mn-cs"/>
        </a:defRPr>
      </a:lvl8pPr>
      <a:lvl9pPr marL="2912707" indent="-171336" algn="l" defTabSz="68534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4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343" rtl="0" eaLnBrk="1" latinLnBrk="0" hangingPunct="1">
        <a:defRPr sz="1349" kern="1200">
          <a:solidFill>
            <a:schemeClr val="tx1"/>
          </a:solidFill>
          <a:latin typeface="+mn-lt"/>
          <a:ea typeface="+mn-ea"/>
          <a:cs typeface="+mn-cs"/>
        </a:defRPr>
      </a:lvl1pPr>
      <a:lvl2pPr marL="342671" algn="l" defTabSz="685343" rtl="0" eaLnBrk="1" latinLnBrk="0" hangingPunct="1">
        <a:defRPr sz="1349" kern="1200">
          <a:solidFill>
            <a:schemeClr val="tx1"/>
          </a:solidFill>
          <a:latin typeface="+mn-lt"/>
          <a:ea typeface="+mn-ea"/>
          <a:cs typeface="+mn-cs"/>
        </a:defRPr>
      </a:lvl2pPr>
      <a:lvl3pPr marL="685343" algn="l" defTabSz="685343" rtl="0" eaLnBrk="1" latinLnBrk="0" hangingPunct="1">
        <a:defRPr sz="1349" kern="1200">
          <a:solidFill>
            <a:schemeClr val="tx1"/>
          </a:solidFill>
          <a:latin typeface="+mn-lt"/>
          <a:ea typeface="+mn-ea"/>
          <a:cs typeface="+mn-cs"/>
        </a:defRPr>
      </a:lvl3pPr>
      <a:lvl4pPr marL="1028014" algn="l" defTabSz="685343" rtl="0" eaLnBrk="1" latinLnBrk="0" hangingPunct="1">
        <a:defRPr sz="1349" kern="1200">
          <a:solidFill>
            <a:schemeClr val="tx1"/>
          </a:solidFill>
          <a:latin typeface="+mn-lt"/>
          <a:ea typeface="+mn-ea"/>
          <a:cs typeface="+mn-cs"/>
        </a:defRPr>
      </a:lvl4pPr>
      <a:lvl5pPr marL="1370686" algn="l" defTabSz="685343" rtl="0" eaLnBrk="1" latinLnBrk="0" hangingPunct="1">
        <a:defRPr sz="1349" kern="1200">
          <a:solidFill>
            <a:schemeClr val="tx1"/>
          </a:solidFill>
          <a:latin typeface="+mn-lt"/>
          <a:ea typeface="+mn-ea"/>
          <a:cs typeface="+mn-cs"/>
        </a:defRPr>
      </a:lvl5pPr>
      <a:lvl6pPr marL="1713357" algn="l" defTabSz="685343" rtl="0" eaLnBrk="1" latinLnBrk="0" hangingPunct="1">
        <a:defRPr sz="1349" kern="1200">
          <a:solidFill>
            <a:schemeClr val="tx1"/>
          </a:solidFill>
          <a:latin typeface="+mn-lt"/>
          <a:ea typeface="+mn-ea"/>
          <a:cs typeface="+mn-cs"/>
        </a:defRPr>
      </a:lvl6pPr>
      <a:lvl7pPr marL="2056028" algn="l" defTabSz="685343" rtl="0" eaLnBrk="1" latinLnBrk="0" hangingPunct="1">
        <a:defRPr sz="1349" kern="1200">
          <a:solidFill>
            <a:schemeClr val="tx1"/>
          </a:solidFill>
          <a:latin typeface="+mn-lt"/>
          <a:ea typeface="+mn-ea"/>
          <a:cs typeface="+mn-cs"/>
        </a:defRPr>
      </a:lvl7pPr>
      <a:lvl8pPr marL="2398700" algn="l" defTabSz="685343" rtl="0" eaLnBrk="1" latinLnBrk="0" hangingPunct="1">
        <a:defRPr sz="1349" kern="1200">
          <a:solidFill>
            <a:schemeClr val="tx1"/>
          </a:solidFill>
          <a:latin typeface="+mn-lt"/>
          <a:ea typeface="+mn-ea"/>
          <a:cs typeface="+mn-cs"/>
        </a:defRPr>
      </a:lvl8pPr>
      <a:lvl9pPr marL="2741371" algn="l" defTabSz="685343" rtl="0" eaLnBrk="1" latinLnBrk="0" hangingPunct="1">
        <a:defRPr sz="134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3.wmf"/><Relationship Id="rId5" Type="http://schemas.openxmlformats.org/officeDocument/2006/relationships/oleObject" Target="../embeddings/oleObject2.bin"/><Relationship Id="rId10" Type="http://schemas.openxmlformats.org/officeDocument/2006/relationships/image" Target="../media/image5.wmf"/><Relationship Id="rId4" Type="http://schemas.openxmlformats.org/officeDocument/2006/relationships/image" Target="../media/image2.wmf"/><Relationship Id="rId9" Type="http://schemas.openxmlformats.org/officeDocument/2006/relationships/oleObject" Target="../embeddings/oleObject4.bin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9.w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.bin"/><Relationship Id="rId13" Type="http://schemas.openxmlformats.org/officeDocument/2006/relationships/oleObject" Target="../embeddings/oleObject11.bin"/><Relationship Id="rId18" Type="http://schemas.openxmlformats.org/officeDocument/2006/relationships/image" Target="../media/image16.wmf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11.wmf"/><Relationship Id="rId12" Type="http://schemas.openxmlformats.org/officeDocument/2006/relationships/image" Target="../media/image13.wmf"/><Relationship Id="rId17" Type="http://schemas.openxmlformats.org/officeDocument/2006/relationships/oleObject" Target="../embeddings/oleObject13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5.wmf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7.bin"/><Relationship Id="rId11" Type="http://schemas.openxmlformats.org/officeDocument/2006/relationships/oleObject" Target="../embeddings/oleObject10.bin"/><Relationship Id="rId5" Type="http://schemas.openxmlformats.org/officeDocument/2006/relationships/image" Target="../media/image10.wmf"/><Relationship Id="rId15" Type="http://schemas.openxmlformats.org/officeDocument/2006/relationships/oleObject" Target="../embeddings/oleObject12.bin"/><Relationship Id="rId10" Type="http://schemas.openxmlformats.org/officeDocument/2006/relationships/oleObject" Target="../embeddings/oleObject9.bin"/><Relationship Id="rId4" Type="http://schemas.openxmlformats.org/officeDocument/2006/relationships/oleObject" Target="../embeddings/oleObject6.bin"/><Relationship Id="rId9" Type="http://schemas.openxmlformats.org/officeDocument/2006/relationships/image" Target="../media/image12.wmf"/><Relationship Id="rId14" Type="http://schemas.openxmlformats.org/officeDocument/2006/relationships/image" Target="../media/image14.w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6.bin"/><Relationship Id="rId13" Type="http://schemas.openxmlformats.org/officeDocument/2006/relationships/image" Target="../media/image21.wmf"/><Relationship Id="rId3" Type="http://schemas.openxmlformats.org/officeDocument/2006/relationships/notesSlide" Target="../notesSlides/notesSlide2.xml"/><Relationship Id="rId7" Type="http://schemas.openxmlformats.org/officeDocument/2006/relationships/image" Target="../media/image18.wmf"/><Relationship Id="rId12" Type="http://schemas.openxmlformats.org/officeDocument/2006/relationships/oleObject" Target="../embeddings/oleObject18.bin"/><Relationship Id="rId17" Type="http://schemas.openxmlformats.org/officeDocument/2006/relationships/image" Target="../media/image23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20.bin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15.bin"/><Relationship Id="rId11" Type="http://schemas.openxmlformats.org/officeDocument/2006/relationships/image" Target="../media/image20.wmf"/><Relationship Id="rId5" Type="http://schemas.openxmlformats.org/officeDocument/2006/relationships/image" Target="../media/image17.wmf"/><Relationship Id="rId15" Type="http://schemas.openxmlformats.org/officeDocument/2006/relationships/image" Target="../media/image22.wmf"/><Relationship Id="rId10" Type="http://schemas.openxmlformats.org/officeDocument/2006/relationships/oleObject" Target="../embeddings/oleObject17.bin"/><Relationship Id="rId4" Type="http://schemas.openxmlformats.org/officeDocument/2006/relationships/oleObject" Target="../embeddings/oleObject14.bin"/><Relationship Id="rId9" Type="http://schemas.openxmlformats.org/officeDocument/2006/relationships/image" Target="../media/image19.wmf"/><Relationship Id="rId14" Type="http://schemas.openxmlformats.org/officeDocument/2006/relationships/oleObject" Target="../embeddings/oleObject19.bin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3.bin"/><Relationship Id="rId13" Type="http://schemas.openxmlformats.org/officeDocument/2006/relationships/image" Target="../media/image28.emf"/><Relationship Id="rId18" Type="http://schemas.openxmlformats.org/officeDocument/2006/relationships/oleObject" Target="../embeddings/oleObject28.bin"/><Relationship Id="rId26" Type="http://schemas.openxmlformats.org/officeDocument/2006/relationships/oleObject" Target="../embeddings/oleObject32.bin"/><Relationship Id="rId3" Type="http://schemas.openxmlformats.org/officeDocument/2006/relationships/notesSlide" Target="../notesSlides/notesSlide3.xml"/><Relationship Id="rId21" Type="http://schemas.openxmlformats.org/officeDocument/2006/relationships/image" Target="../media/image32.wmf"/><Relationship Id="rId7" Type="http://schemas.openxmlformats.org/officeDocument/2006/relationships/image" Target="../media/image25.wmf"/><Relationship Id="rId12" Type="http://schemas.openxmlformats.org/officeDocument/2006/relationships/oleObject" Target="../embeddings/oleObject25.bin"/><Relationship Id="rId17" Type="http://schemas.openxmlformats.org/officeDocument/2006/relationships/image" Target="../media/image30.wmf"/><Relationship Id="rId25" Type="http://schemas.openxmlformats.org/officeDocument/2006/relationships/image" Target="../media/image34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27.bin"/><Relationship Id="rId20" Type="http://schemas.openxmlformats.org/officeDocument/2006/relationships/oleObject" Target="../embeddings/oleObject29.bin"/><Relationship Id="rId29" Type="http://schemas.openxmlformats.org/officeDocument/2006/relationships/image" Target="../media/image36.wmf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22.bin"/><Relationship Id="rId11" Type="http://schemas.openxmlformats.org/officeDocument/2006/relationships/image" Target="../media/image27.wmf"/><Relationship Id="rId24" Type="http://schemas.openxmlformats.org/officeDocument/2006/relationships/oleObject" Target="../embeddings/oleObject31.bin"/><Relationship Id="rId5" Type="http://schemas.openxmlformats.org/officeDocument/2006/relationships/image" Target="../media/image24.wmf"/><Relationship Id="rId15" Type="http://schemas.openxmlformats.org/officeDocument/2006/relationships/image" Target="../media/image29.emf"/><Relationship Id="rId23" Type="http://schemas.openxmlformats.org/officeDocument/2006/relationships/image" Target="../media/image33.wmf"/><Relationship Id="rId28" Type="http://schemas.openxmlformats.org/officeDocument/2006/relationships/oleObject" Target="../embeddings/oleObject33.bin"/><Relationship Id="rId10" Type="http://schemas.openxmlformats.org/officeDocument/2006/relationships/oleObject" Target="../embeddings/oleObject24.bin"/><Relationship Id="rId19" Type="http://schemas.openxmlformats.org/officeDocument/2006/relationships/image" Target="../media/image31.wmf"/><Relationship Id="rId31" Type="http://schemas.openxmlformats.org/officeDocument/2006/relationships/image" Target="../media/image37.wmf"/><Relationship Id="rId4" Type="http://schemas.openxmlformats.org/officeDocument/2006/relationships/oleObject" Target="../embeddings/oleObject21.bin"/><Relationship Id="rId9" Type="http://schemas.openxmlformats.org/officeDocument/2006/relationships/image" Target="../media/image26.wmf"/><Relationship Id="rId14" Type="http://schemas.openxmlformats.org/officeDocument/2006/relationships/oleObject" Target="../embeddings/oleObject26.bin"/><Relationship Id="rId22" Type="http://schemas.openxmlformats.org/officeDocument/2006/relationships/oleObject" Target="../embeddings/oleObject30.bin"/><Relationship Id="rId27" Type="http://schemas.openxmlformats.org/officeDocument/2006/relationships/image" Target="../media/image35.wmf"/><Relationship Id="rId30" Type="http://schemas.openxmlformats.org/officeDocument/2006/relationships/oleObject" Target="../embeddings/oleObject34.bin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7.bin"/><Relationship Id="rId13" Type="http://schemas.openxmlformats.org/officeDocument/2006/relationships/oleObject" Target="../embeddings/oleObject40.bin"/><Relationship Id="rId18" Type="http://schemas.openxmlformats.org/officeDocument/2006/relationships/oleObject" Target="../embeddings/oleObject43.bin"/><Relationship Id="rId26" Type="http://schemas.openxmlformats.org/officeDocument/2006/relationships/image" Target="../media/image46.wmf"/><Relationship Id="rId3" Type="http://schemas.openxmlformats.org/officeDocument/2006/relationships/notesSlide" Target="../notesSlides/notesSlide4.xml"/><Relationship Id="rId21" Type="http://schemas.openxmlformats.org/officeDocument/2006/relationships/oleObject" Target="../embeddings/oleObject45.bin"/><Relationship Id="rId7" Type="http://schemas.openxmlformats.org/officeDocument/2006/relationships/image" Target="../media/image39.wmf"/><Relationship Id="rId12" Type="http://schemas.openxmlformats.org/officeDocument/2006/relationships/image" Target="../media/image41.wmf"/><Relationship Id="rId17" Type="http://schemas.openxmlformats.org/officeDocument/2006/relationships/oleObject" Target="../embeddings/oleObject42.bin"/><Relationship Id="rId25" Type="http://schemas.openxmlformats.org/officeDocument/2006/relationships/oleObject" Target="../embeddings/oleObject48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43.wmf"/><Relationship Id="rId20" Type="http://schemas.openxmlformats.org/officeDocument/2006/relationships/oleObject" Target="../embeddings/oleObject44.bin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36.bin"/><Relationship Id="rId11" Type="http://schemas.openxmlformats.org/officeDocument/2006/relationships/oleObject" Target="../embeddings/oleObject39.bin"/><Relationship Id="rId24" Type="http://schemas.openxmlformats.org/officeDocument/2006/relationships/image" Target="../media/image45.wmf"/><Relationship Id="rId5" Type="http://schemas.openxmlformats.org/officeDocument/2006/relationships/image" Target="../media/image38.wmf"/><Relationship Id="rId15" Type="http://schemas.openxmlformats.org/officeDocument/2006/relationships/oleObject" Target="../embeddings/oleObject41.bin"/><Relationship Id="rId23" Type="http://schemas.openxmlformats.org/officeDocument/2006/relationships/oleObject" Target="../embeddings/oleObject47.bin"/><Relationship Id="rId10" Type="http://schemas.openxmlformats.org/officeDocument/2006/relationships/image" Target="../media/image40.wmf"/><Relationship Id="rId19" Type="http://schemas.openxmlformats.org/officeDocument/2006/relationships/image" Target="../media/image44.wmf"/><Relationship Id="rId4" Type="http://schemas.openxmlformats.org/officeDocument/2006/relationships/oleObject" Target="../embeddings/oleObject35.bin"/><Relationship Id="rId9" Type="http://schemas.openxmlformats.org/officeDocument/2006/relationships/oleObject" Target="../embeddings/oleObject38.bin"/><Relationship Id="rId14" Type="http://schemas.openxmlformats.org/officeDocument/2006/relationships/image" Target="../media/image42.wmf"/><Relationship Id="rId22" Type="http://schemas.openxmlformats.org/officeDocument/2006/relationships/oleObject" Target="../embeddings/oleObject46.bin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1.bin"/><Relationship Id="rId13" Type="http://schemas.openxmlformats.org/officeDocument/2006/relationships/oleObject" Target="../embeddings/oleObject54.bin"/><Relationship Id="rId18" Type="http://schemas.openxmlformats.org/officeDocument/2006/relationships/image" Target="../media/image53.wmf"/><Relationship Id="rId3" Type="http://schemas.openxmlformats.org/officeDocument/2006/relationships/notesSlide" Target="../notesSlides/notesSlide5.xml"/><Relationship Id="rId7" Type="http://schemas.openxmlformats.org/officeDocument/2006/relationships/image" Target="../media/image48.wmf"/><Relationship Id="rId12" Type="http://schemas.openxmlformats.org/officeDocument/2006/relationships/image" Target="../media/image50.wmf"/><Relationship Id="rId17" Type="http://schemas.openxmlformats.org/officeDocument/2006/relationships/oleObject" Target="../embeddings/oleObject56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52.wmf"/><Relationship Id="rId1" Type="http://schemas.openxmlformats.org/officeDocument/2006/relationships/vmlDrawing" Target="../drawings/vmlDrawing7.vml"/><Relationship Id="rId6" Type="http://schemas.openxmlformats.org/officeDocument/2006/relationships/oleObject" Target="../embeddings/oleObject50.bin"/><Relationship Id="rId11" Type="http://schemas.openxmlformats.org/officeDocument/2006/relationships/oleObject" Target="../embeddings/oleObject53.bin"/><Relationship Id="rId5" Type="http://schemas.openxmlformats.org/officeDocument/2006/relationships/image" Target="../media/image47.wmf"/><Relationship Id="rId15" Type="http://schemas.openxmlformats.org/officeDocument/2006/relationships/oleObject" Target="../embeddings/oleObject55.bin"/><Relationship Id="rId10" Type="http://schemas.openxmlformats.org/officeDocument/2006/relationships/oleObject" Target="../embeddings/oleObject52.bin"/><Relationship Id="rId4" Type="http://schemas.openxmlformats.org/officeDocument/2006/relationships/oleObject" Target="../embeddings/oleObject49.bin"/><Relationship Id="rId9" Type="http://schemas.openxmlformats.org/officeDocument/2006/relationships/image" Target="../media/image49.wmf"/><Relationship Id="rId14" Type="http://schemas.openxmlformats.org/officeDocument/2006/relationships/image" Target="../media/image51.wmf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61.bin"/><Relationship Id="rId18" Type="http://schemas.openxmlformats.org/officeDocument/2006/relationships/image" Target="../media/image59.wmf"/><Relationship Id="rId26" Type="http://schemas.openxmlformats.org/officeDocument/2006/relationships/image" Target="../media/image63.wmf"/><Relationship Id="rId3" Type="http://schemas.openxmlformats.org/officeDocument/2006/relationships/notesSlide" Target="../notesSlides/notesSlide7.xml"/><Relationship Id="rId21" Type="http://schemas.openxmlformats.org/officeDocument/2006/relationships/oleObject" Target="../embeddings/oleObject65.bin"/><Relationship Id="rId34" Type="http://schemas.openxmlformats.org/officeDocument/2006/relationships/image" Target="../media/image66.wmf"/><Relationship Id="rId7" Type="http://schemas.openxmlformats.org/officeDocument/2006/relationships/oleObject" Target="../embeddings/oleObject58.bin"/><Relationship Id="rId12" Type="http://schemas.openxmlformats.org/officeDocument/2006/relationships/image" Target="../media/image57.wmf"/><Relationship Id="rId17" Type="http://schemas.openxmlformats.org/officeDocument/2006/relationships/oleObject" Target="../embeddings/oleObject63.bin"/><Relationship Id="rId25" Type="http://schemas.openxmlformats.org/officeDocument/2006/relationships/oleObject" Target="../embeddings/oleObject67.bin"/><Relationship Id="rId33" Type="http://schemas.openxmlformats.org/officeDocument/2006/relationships/oleObject" Target="../embeddings/oleObject71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58.wmf"/><Relationship Id="rId20" Type="http://schemas.openxmlformats.org/officeDocument/2006/relationships/image" Target="../media/image60.wmf"/><Relationship Id="rId29" Type="http://schemas.openxmlformats.org/officeDocument/2006/relationships/oleObject" Target="../embeddings/oleObject69.bin"/><Relationship Id="rId1" Type="http://schemas.openxmlformats.org/officeDocument/2006/relationships/vmlDrawing" Target="../drawings/vmlDrawing8.vml"/><Relationship Id="rId6" Type="http://schemas.openxmlformats.org/officeDocument/2006/relationships/image" Target="../media/image54.wmf"/><Relationship Id="rId11" Type="http://schemas.openxmlformats.org/officeDocument/2006/relationships/oleObject" Target="../embeddings/oleObject60.bin"/><Relationship Id="rId24" Type="http://schemas.openxmlformats.org/officeDocument/2006/relationships/image" Target="../media/image62.wmf"/><Relationship Id="rId32" Type="http://schemas.openxmlformats.org/officeDocument/2006/relationships/image" Target="../media/image65.wmf"/><Relationship Id="rId5" Type="http://schemas.openxmlformats.org/officeDocument/2006/relationships/oleObject" Target="../embeddings/oleObject57.bin"/><Relationship Id="rId15" Type="http://schemas.openxmlformats.org/officeDocument/2006/relationships/oleObject" Target="../embeddings/oleObject62.bin"/><Relationship Id="rId23" Type="http://schemas.openxmlformats.org/officeDocument/2006/relationships/oleObject" Target="../embeddings/oleObject66.bin"/><Relationship Id="rId28" Type="http://schemas.openxmlformats.org/officeDocument/2006/relationships/image" Target="../media/image42.wmf"/><Relationship Id="rId10" Type="http://schemas.openxmlformats.org/officeDocument/2006/relationships/image" Target="../media/image56.wmf"/><Relationship Id="rId19" Type="http://schemas.openxmlformats.org/officeDocument/2006/relationships/oleObject" Target="../embeddings/oleObject64.bin"/><Relationship Id="rId31" Type="http://schemas.openxmlformats.org/officeDocument/2006/relationships/oleObject" Target="../embeddings/oleObject70.bin"/><Relationship Id="rId4" Type="http://schemas.openxmlformats.org/officeDocument/2006/relationships/audio" Target="../media/audio1.wav"/><Relationship Id="rId9" Type="http://schemas.openxmlformats.org/officeDocument/2006/relationships/oleObject" Target="../embeddings/oleObject59.bin"/><Relationship Id="rId14" Type="http://schemas.openxmlformats.org/officeDocument/2006/relationships/image" Target="../media/image10.wmf"/><Relationship Id="rId22" Type="http://schemas.openxmlformats.org/officeDocument/2006/relationships/image" Target="../media/image61.wmf"/><Relationship Id="rId27" Type="http://schemas.openxmlformats.org/officeDocument/2006/relationships/oleObject" Target="../embeddings/oleObject68.bin"/><Relationship Id="rId30" Type="http://schemas.openxmlformats.org/officeDocument/2006/relationships/image" Target="../media/image64.wmf"/><Relationship Id="rId8" Type="http://schemas.openxmlformats.org/officeDocument/2006/relationships/image" Target="../media/image55.w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4.bin"/><Relationship Id="rId3" Type="http://schemas.openxmlformats.org/officeDocument/2006/relationships/notesSlide" Target="../notesSlides/notesSlide8.xml"/><Relationship Id="rId7" Type="http://schemas.openxmlformats.org/officeDocument/2006/relationships/image" Target="../media/image68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9.vml"/><Relationship Id="rId6" Type="http://schemas.openxmlformats.org/officeDocument/2006/relationships/oleObject" Target="../embeddings/oleObject73.bin"/><Relationship Id="rId5" Type="http://schemas.openxmlformats.org/officeDocument/2006/relationships/image" Target="../media/image67.wmf"/><Relationship Id="rId4" Type="http://schemas.openxmlformats.org/officeDocument/2006/relationships/oleObject" Target="../embeddings/oleObject72.bin"/><Relationship Id="rId9" Type="http://schemas.openxmlformats.org/officeDocument/2006/relationships/image" Target="../media/image69.w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7.bin"/><Relationship Id="rId13" Type="http://schemas.openxmlformats.org/officeDocument/2006/relationships/image" Target="../media/image74.wmf"/><Relationship Id="rId3" Type="http://schemas.openxmlformats.org/officeDocument/2006/relationships/notesSlide" Target="../notesSlides/notesSlide9.xml"/><Relationship Id="rId7" Type="http://schemas.openxmlformats.org/officeDocument/2006/relationships/image" Target="../media/image71.wmf"/><Relationship Id="rId12" Type="http://schemas.openxmlformats.org/officeDocument/2006/relationships/oleObject" Target="../embeddings/oleObject79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0.vml"/><Relationship Id="rId6" Type="http://schemas.openxmlformats.org/officeDocument/2006/relationships/oleObject" Target="../embeddings/oleObject76.bin"/><Relationship Id="rId11" Type="http://schemas.openxmlformats.org/officeDocument/2006/relationships/image" Target="../media/image73.wmf"/><Relationship Id="rId5" Type="http://schemas.openxmlformats.org/officeDocument/2006/relationships/image" Target="../media/image70.wmf"/><Relationship Id="rId10" Type="http://schemas.openxmlformats.org/officeDocument/2006/relationships/oleObject" Target="../embeddings/oleObject78.bin"/><Relationship Id="rId4" Type="http://schemas.openxmlformats.org/officeDocument/2006/relationships/oleObject" Target="../embeddings/oleObject75.bin"/><Relationship Id="rId9" Type="http://schemas.openxmlformats.org/officeDocument/2006/relationships/image" Target="../media/image72.wmf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2.bin"/><Relationship Id="rId13" Type="http://schemas.openxmlformats.org/officeDocument/2006/relationships/image" Target="../media/image79.wmf"/><Relationship Id="rId18" Type="http://schemas.openxmlformats.org/officeDocument/2006/relationships/oleObject" Target="../embeddings/oleObject87.bin"/><Relationship Id="rId26" Type="http://schemas.openxmlformats.org/officeDocument/2006/relationships/oleObject" Target="../embeddings/oleObject91.bin"/><Relationship Id="rId3" Type="http://schemas.openxmlformats.org/officeDocument/2006/relationships/notesSlide" Target="../notesSlides/notesSlide10.xml"/><Relationship Id="rId21" Type="http://schemas.openxmlformats.org/officeDocument/2006/relationships/image" Target="../media/image83.wmf"/><Relationship Id="rId7" Type="http://schemas.openxmlformats.org/officeDocument/2006/relationships/image" Target="../media/image76.wmf"/><Relationship Id="rId12" Type="http://schemas.openxmlformats.org/officeDocument/2006/relationships/oleObject" Target="../embeddings/oleObject84.bin"/><Relationship Id="rId17" Type="http://schemas.openxmlformats.org/officeDocument/2006/relationships/image" Target="../media/image81.wmf"/><Relationship Id="rId25" Type="http://schemas.openxmlformats.org/officeDocument/2006/relationships/image" Target="../media/image85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86.bin"/><Relationship Id="rId20" Type="http://schemas.openxmlformats.org/officeDocument/2006/relationships/oleObject" Target="../embeddings/oleObject88.bin"/><Relationship Id="rId1" Type="http://schemas.openxmlformats.org/officeDocument/2006/relationships/vmlDrawing" Target="../drawings/vmlDrawing11.vml"/><Relationship Id="rId6" Type="http://schemas.openxmlformats.org/officeDocument/2006/relationships/oleObject" Target="../embeddings/oleObject81.bin"/><Relationship Id="rId11" Type="http://schemas.openxmlformats.org/officeDocument/2006/relationships/image" Target="../media/image78.wmf"/><Relationship Id="rId24" Type="http://schemas.openxmlformats.org/officeDocument/2006/relationships/oleObject" Target="../embeddings/oleObject90.bin"/><Relationship Id="rId5" Type="http://schemas.openxmlformats.org/officeDocument/2006/relationships/image" Target="../media/image75.wmf"/><Relationship Id="rId15" Type="http://schemas.openxmlformats.org/officeDocument/2006/relationships/image" Target="../media/image80.wmf"/><Relationship Id="rId23" Type="http://schemas.openxmlformats.org/officeDocument/2006/relationships/image" Target="../media/image84.wmf"/><Relationship Id="rId10" Type="http://schemas.openxmlformats.org/officeDocument/2006/relationships/oleObject" Target="../embeddings/oleObject83.bin"/><Relationship Id="rId19" Type="http://schemas.openxmlformats.org/officeDocument/2006/relationships/image" Target="../media/image82.wmf"/><Relationship Id="rId4" Type="http://schemas.openxmlformats.org/officeDocument/2006/relationships/oleObject" Target="../embeddings/oleObject80.bin"/><Relationship Id="rId9" Type="http://schemas.openxmlformats.org/officeDocument/2006/relationships/image" Target="../media/image77.wmf"/><Relationship Id="rId14" Type="http://schemas.openxmlformats.org/officeDocument/2006/relationships/oleObject" Target="../embeddings/oleObject85.bin"/><Relationship Id="rId22" Type="http://schemas.openxmlformats.org/officeDocument/2006/relationships/oleObject" Target="../embeddings/oleObject89.bin"/><Relationship Id="rId27" Type="http://schemas.openxmlformats.org/officeDocument/2006/relationships/image" Target="../media/image86.w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0.png"/><Relationship Id="rId4" Type="http://schemas.openxmlformats.org/officeDocument/2006/relationships/image" Target="../media/image89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4.bin"/><Relationship Id="rId13" Type="http://schemas.openxmlformats.org/officeDocument/2006/relationships/image" Target="../media/image95.wmf"/><Relationship Id="rId3" Type="http://schemas.openxmlformats.org/officeDocument/2006/relationships/notesSlide" Target="../notesSlides/notesSlide13.xml"/><Relationship Id="rId7" Type="http://schemas.openxmlformats.org/officeDocument/2006/relationships/image" Target="../media/image92.wmf"/><Relationship Id="rId12" Type="http://schemas.openxmlformats.org/officeDocument/2006/relationships/oleObject" Target="../embeddings/oleObject96.bin"/><Relationship Id="rId17" Type="http://schemas.openxmlformats.org/officeDocument/2006/relationships/image" Target="../media/image98.png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97.png"/><Relationship Id="rId1" Type="http://schemas.openxmlformats.org/officeDocument/2006/relationships/vmlDrawing" Target="../drawings/vmlDrawing12.vml"/><Relationship Id="rId6" Type="http://schemas.openxmlformats.org/officeDocument/2006/relationships/oleObject" Target="../embeddings/oleObject93.bin"/><Relationship Id="rId11" Type="http://schemas.openxmlformats.org/officeDocument/2006/relationships/image" Target="../media/image94.wmf"/><Relationship Id="rId5" Type="http://schemas.openxmlformats.org/officeDocument/2006/relationships/image" Target="../media/image91.wmf"/><Relationship Id="rId15" Type="http://schemas.openxmlformats.org/officeDocument/2006/relationships/image" Target="../media/image96.wmf"/><Relationship Id="rId10" Type="http://schemas.openxmlformats.org/officeDocument/2006/relationships/oleObject" Target="../embeddings/oleObject95.bin"/><Relationship Id="rId4" Type="http://schemas.openxmlformats.org/officeDocument/2006/relationships/oleObject" Target="../embeddings/oleObject92.bin"/><Relationship Id="rId9" Type="http://schemas.openxmlformats.org/officeDocument/2006/relationships/image" Target="../media/image93.wmf"/><Relationship Id="rId14" Type="http://schemas.openxmlformats.org/officeDocument/2006/relationships/oleObject" Target="../embeddings/oleObject97.bin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2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0.bin"/><Relationship Id="rId13" Type="http://schemas.openxmlformats.org/officeDocument/2006/relationships/image" Target="../media/image107.wmf"/><Relationship Id="rId3" Type="http://schemas.openxmlformats.org/officeDocument/2006/relationships/notesSlide" Target="../notesSlides/notesSlide17.xml"/><Relationship Id="rId7" Type="http://schemas.openxmlformats.org/officeDocument/2006/relationships/image" Target="../media/image104.wmf"/><Relationship Id="rId12" Type="http://schemas.openxmlformats.org/officeDocument/2006/relationships/oleObject" Target="../embeddings/oleObject10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3.vml"/><Relationship Id="rId6" Type="http://schemas.openxmlformats.org/officeDocument/2006/relationships/oleObject" Target="../embeddings/oleObject99.bin"/><Relationship Id="rId11" Type="http://schemas.openxmlformats.org/officeDocument/2006/relationships/image" Target="../media/image106.wmf"/><Relationship Id="rId5" Type="http://schemas.openxmlformats.org/officeDocument/2006/relationships/image" Target="../media/image103.wmf"/><Relationship Id="rId15" Type="http://schemas.openxmlformats.org/officeDocument/2006/relationships/image" Target="../media/image108.wmf"/><Relationship Id="rId10" Type="http://schemas.openxmlformats.org/officeDocument/2006/relationships/oleObject" Target="../embeddings/oleObject101.bin"/><Relationship Id="rId4" Type="http://schemas.openxmlformats.org/officeDocument/2006/relationships/oleObject" Target="../embeddings/oleObject98.bin"/><Relationship Id="rId9" Type="http://schemas.openxmlformats.org/officeDocument/2006/relationships/image" Target="../media/image105.wmf"/><Relationship Id="rId14" Type="http://schemas.openxmlformats.org/officeDocument/2006/relationships/oleObject" Target="../embeddings/oleObject103.bin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6.bin"/><Relationship Id="rId13" Type="http://schemas.openxmlformats.org/officeDocument/2006/relationships/image" Target="../media/image113.wmf"/><Relationship Id="rId18" Type="http://schemas.openxmlformats.org/officeDocument/2006/relationships/image" Target="../media/image116.png"/><Relationship Id="rId3" Type="http://schemas.openxmlformats.org/officeDocument/2006/relationships/notesSlide" Target="../notesSlides/notesSlide18.xml"/><Relationship Id="rId7" Type="http://schemas.openxmlformats.org/officeDocument/2006/relationships/image" Target="../media/image110.wmf"/><Relationship Id="rId12" Type="http://schemas.openxmlformats.org/officeDocument/2006/relationships/oleObject" Target="../embeddings/oleObject108.bin"/><Relationship Id="rId17" Type="http://schemas.openxmlformats.org/officeDocument/2006/relationships/image" Target="../media/image115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110.bin"/><Relationship Id="rId1" Type="http://schemas.openxmlformats.org/officeDocument/2006/relationships/vmlDrawing" Target="../drawings/vmlDrawing14.vml"/><Relationship Id="rId6" Type="http://schemas.openxmlformats.org/officeDocument/2006/relationships/oleObject" Target="../embeddings/oleObject105.bin"/><Relationship Id="rId11" Type="http://schemas.openxmlformats.org/officeDocument/2006/relationships/image" Target="../media/image112.wmf"/><Relationship Id="rId5" Type="http://schemas.openxmlformats.org/officeDocument/2006/relationships/image" Target="../media/image109.wmf"/><Relationship Id="rId15" Type="http://schemas.openxmlformats.org/officeDocument/2006/relationships/image" Target="../media/image114.wmf"/><Relationship Id="rId10" Type="http://schemas.openxmlformats.org/officeDocument/2006/relationships/oleObject" Target="../embeddings/oleObject107.bin"/><Relationship Id="rId4" Type="http://schemas.openxmlformats.org/officeDocument/2006/relationships/oleObject" Target="../embeddings/oleObject104.bin"/><Relationship Id="rId9" Type="http://schemas.openxmlformats.org/officeDocument/2006/relationships/image" Target="../media/image111.wmf"/><Relationship Id="rId14" Type="http://schemas.openxmlformats.org/officeDocument/2006/relationships/oleObject" Target="../embeddings/oleObject109.bin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8.png"/></Relationships>
</file>

<file path=ppt/slides/_rels/slide24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116.bin"/><Relationship Id="rId18" Type="http://schemas.openxmlformats.org/officeDocument/2006/relationships/image" Target="../media/image126.wmf"/><Relationship Id="rId26" Type="http://schemas.openxmlformats.org/officeDocument/2006/relationships/image" Target="../media/image129.wmf"/><Relationship Id="rId39" Type="http://schemas.openxmlformats.org/officeDocument/2006/relationships/oleObject" Target="../embeddings/oleObject130.bin"/><Relationship Id="rId21" Type="http://schemas.openxmlformats.org/officeDocument/2006/relationships/image" Target="../media/image127.wmf"/><Relationship Id="rId34" Type="http://schemas.openxmlformats.org/officeDocument/2006/relationships/image" Target="../media/image133.wmf"/><Relationship Id="rId42" Type="http://schemas.openxmlformats.org/officeDocument/2006/relationships/image" Target="../media/image137.wmf"/><Relationship Id="rId47" Type="http://schemas.openxmlformats.org/officeDocument/2006/relationships/oleObject" Target="../embeddings/oleObject134.bin"/><Relationship Id="rId50" Type="http://schemas.openxmlformats.org/officeDocument/2006/relationships/image" Target="../media/image141.wmf"/><Relationship Id="rId7" Type="http://schemas.openxmlformats.org/officeDocument/2006/relationships/oleObject" Target="../embeddings/oleObject113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25.wmf"/><Relationship Id="rId29" Type="http://schemas.openxmlformats.org/officeDocument/2006/relationships/oleObject" Target="../embeddings/oleObject125.bin"/><Relationship Id="rId11" Type="http://schemas.openxmlformats.org/officeDocument/2006/relationships/oleObject" Target="../embeddings/oleObject115.bin"/><Relationship Id="rId24" Type="http://schemas.openxmlformats.org/officeDocument/2006/relationships/image" Target="../media/image128.wmf"/><Relationship Id="rId32" Type="http://schemas.openxmlformats.org/officeDocument/2006/relationships/image" Target="../media/image132.wmf"/><Relationship Id="rId37" Type="http://schemas.openxmlformats.org/officeDocument/2006/relationships/oleObject" Target="../embeddings/oleObject129.bin"/><Relationship Id="rId40" Type="http://schemas.openxmlformats.org/officeDocument/2006/relationships/image" Target="../media/image136.wmf"/><Relationship Id="rId45" Type="http://schemas.openxmlformats.org/officeDocument/2006/relationships/oleObject" Target="../embeddings/oleObject133.bin"/><Relationship Id="rId53" Type="http://schemas.openxmlformats.org/officeDocument/2006/relationships/image" Target="../media/image143.png"/><Relationship Id="rId5" Type="http://schemas.openxmlformats.org/officeDocument/2006/relationships/oleObject" Target="../embeddings/oleObject112.bin"/><Relationship Id="rId10" Type="http://schemas.openxmlformats.org/officeDocument/2006/relationships/image" Target="../media/image122.wmf"/><Relationship Id="rId19" Type="http://schemas.openxmlformats.org/officeDocument/2006/relationships/oleObject" Target="../embeddings/oleObject119.bin"/><Relationship Id="rId31" Type="http://schemas.openxmlformats.org/officeDocument/2006/relationships/oleObject" Target="../embeddings/oleObject126.bin"/><Relationship Id="rId44" Type="http://schemas.openxmlformats.org/officeDocument/2006/relationships/image" Target="../media/image138.wmf"/><Relationship Id="rId52" Type="http://schemas.openxmlformats.org/officeDocument/2006/relationships/image" Target="../media/image142.wmf"/><Relationship Id="rId4" Type="http://schemas.openxmlformats.org/officeDocument/2006/relationships/image" Target="../media/image119.wmf"/><Relationship Id="rId9" Type="http://schemas.openxmlformats.org/officeDocument/2006/relationships/oleObject" Target="../embeddings/oleObject114.bin"/><Relationship Id="rId14" Type="http://schemas.openxmlformats.org/officeDocument/2006/relationships/image" Target="../media/image124.wmf"/><Relationship Id="rId22" Type="http://schemas.openxmlformats.org/officeDocument/2006/relationships/oleObject" Target="../embeddings/oleObject121.bin"/><Relationship Id="rId27" Type="http://schemas.openxmlformats.org/officeDocument/2006/relationships/oleObject" Target="../embeddings/oleObject124.bin"/><Relationship Id="rId30" Type="http://schemas.openxmlformats.org/officeDocument/2006/relationships/image" Target="../media/image131.wmf"/><Relationship Id="rId35" Type="http://schemas.openxmlformats.org/officeDocument/2006/relationships/oleObject" Target="../embeddings/oleObject128.bin"/><Relationship Id="rId43" Type="http://schemas.openxmlformats.org/officeDocument/2006/relationships/oleObject" Target="../embeddings/oleObject132.bin"/><Relationship Id="rId48" Type="http://schemas.openxmlformats.org/officeDocument/2006/relationships/image" Target="../media/image140.wmf"/><Relationship Id="rId8" Type="http://schemas.openxmlformats.org/officeDocument/2006/relationships/image" Target="../media/image121.wmf"/><Relationship Id="rId51" Type="http://schemas.openxmlformats.org/officeDocument/2006/relationships/oleObject" Target="../embeddings/oleObject136.bin"/><Relationship Id="rId3" Type="http://schemas.openxmlformats.org/officeDocument/2006/relationships/oleObject" Target="../embeddings/oleObject111.bin"/><Relationship Id="rId12" Type="http://schemas.openxmlformats.org/officeDocument/2006/relationships/image" Target="../media/image123.wmf"/><Relationship Id="rId17" Type="http://schemas.openxmlformats.org/officeDocument/2006/relationships/oleObject" Target="../embeddings/oleObject118.bin"/><Relationship Id="rId25" Type="http://schemas.openxmlformats.org/officeDocument/2006/relationships/oleObject" Target="../embeddings/oleObject123.bin"/><Relationship Id="rId33" Type="http://schemas.openxmlformats.org/officeDocument/2006/relationships/oleObject" Target="../embeddings/oleObject127.bin"/><Relationship Id="rId38" Type="http://schemas.openxmlformats.org/officeDocument/2006/relationships/image" Target="../media/image135.wmf"/><Relationship Id="rId46" Type="http://schemas.openxmlformats.org/officeDocument/2006/relationships/image" Target="../media/image139.wmf"/><Relationship Id="rId20" Type="http://schemas.openxmlformats.org/officeDocument/2006/relationships/oleObject" Target="../embeddings/oleObject120.bin"/><Relationship Id="rId41" Type="http://schemas.openxmlformats.org/officeDocument/2006/relationships/oleObject" Target="../embeddings/oleObject131.bin"/><Relationship Id="rId1" Type="http://schemas.openxmlformats.org/officeDocument/2006/relationships/vmlDrawing" Target="../drawings/vmlDrawing15.vml"/><Relationship Id="rId6" Type="http://schemas.openxmlformats.org/officeDocument/2006/relationships/image" Target="../media/image120.wmf"/><Relationship Id="rId15" Type="http://schemas.openxmlformats.org/officeDocument/2006/relationships/oleObject" Target="../embeddings/oleObject117.bin"/><Relationship Id="rId23" Type="http://schemas.openxmlformats.org/officeDocument/2006/relationships/oleObject" Target="../embeddings/oleObject122.bin"/><Relationship Id="rId28" Type="http://schemas.openxmlformats.org/officeDocument/2006/relationships/image" Target="../media/image130.wmf"/><Relationship Id="rId36" Type="http://schemas.openxmlformats.org/officeDocument/2006/relationships/image" Target="../media/image134.wmf"/><Relationship Id="rId49" Type="http://schemas.openxmlformats.org/officeDocument/2006/relationships/oleObject" Target="../embeddings/oleObject135.bin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6.wmf"/><Relationship Id="rId13" Type="http://schemas.openxmlformats.org/officeDocument/2006/relationships/oleObject" Target="../embeddings/oleObject142.bin"/><Relationship Id="rId18" Type="http://schemas.openxmlformats.org/officeDocument/2006/relationships/image" Target="../media/image150.wmf"/><Relationship Id="rId3" Type="http://schemas.openxmlformats.org/officeDocument/2006/relationships/oleObject" Target="../embeddings/oleObject137.bin"/><Relationship Id="rId21" Type="http://schemas.openxmlformats.org/officeDocument/2006/relationships/oleObject" Target="../embeddings/oleObject146.bin"/><Relationship Id="rId7" Type="http://schemas.openxmlformats.org/officeDocument/2006/relationships/oleObject" Target="../embeddings/oleObject139.bin"/><Relationship Id="rId12" Type="http://schemas.openxmlformats.org/officeDocument/2006/relationships/image" Target="../media/image147.wmf"/><Relationship Id="rId17" Type="http://schemas.openxmlformats.org/officeDocument/2006/relationships/oleObject" Target="../embeddings/oleObject144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49.wmf"/><Relationship Id="rId20" Type="http://schemas.openxmlformats.org/officeDocument/2006/relationships/image" Target="../media/image151.wmf"/><Relationship Id="rId1" Type="http://schemas.openxmlformats.org/officeDocument/2006/relationships/vmlDrawing" Target="../drawings/vmlDrawing16.vml"/><Relationship Id="rId6" Type="http://schemas.openxmlformats.org/officeDocument/2006/relationships/image" Target="../media/image145.wmf"/><Relationship Id="rId11" Type="http://schemas.openxmlformats.org/officeDocument/2006/relationships/oleObject" Target="../embeddings/oleObject141.bin"/><Relationship Id="rId5" Type="http://schemas.openxmlformats.org/officeDocument/2006/relationships/oleObject" Target="../embeddings/oleObject138.bin"/><Relationship Id="rId15" Type="http://schemas.openxmlformats.org/officeDocument/2006/relationships/oleObject" Target="../embeddings/oleObject143.bin"/><Relationship Id="rId23" Type="http://schemas.openxmlformats.org/officeDocument/2006/relationships/image" Target="../media/image152.wmf"/><Relationship Id="rId10" Type="http://schemas.openxmlformats.org/officeDocument/2006/relationships/image" Target="../media/image122.wmf"/><Relationship Id="rId19" Type="http://schemas.openxmlformats.org/officeDocument/2006/relationships/oleObject" Target="../embeddings/oleObject145.bin"/><Relationship Id="rId4" Type="http://schemas.openxmlformats.org/officeDocument/2006/relationships/image" Target="../media/image144.wmf"/><Relationship Id="rId9" Type="http://schemas.openxmlformats.org/officeDocument/2006/relationships/oleObject" Target="../embeddings/oleObject140.bin"/><Relationship Id="rId14" Type="http://schemas.openxmlformats.org/officeDocument/2006/relationships/image" Target="../media/image148.wmf"/><Relationship Id="rId22" Type="http://schemas.openxmlformats.org/officeDocument/2006/relationships/oleObject" Target="../embeddings/oleObject147.bin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5.wmf"/><Relationship Id="rId13" Type="http://schemas.openxmlformats.org/officeDocument/2006/relationships/image" Target="../media/image158.png"/><Relationship Id="rId3" Type="http://schemas.openxmlformats.org/officeDocument/2006/relationships/oleObject" Target="../embeddings/oleObject148.bin"/><Relationship Id="rId7" Type="http://schemas.openxmlformats.org/officeDocument/2006/relationships/oleObject" Target="../embeddings/oleObject150.bin"/><Relationship Id="rId12" Type="http://schemas.openxmlformats.org/officeDocument/2006/relationships/image" Target="../media/image157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7.vml"/><Relationship Id="rId6" Type="http://schemas.openxmlformats.org/officeDocument/2006/relationships/image" Target="../media/image154.wmf"/><Relationship Id="rId11" Type="http://schemas.openxmlformats.org/officeDocument/2006/relationships/oleObject" Target="../embeddings/oleObject152.bin"/><Relationship Id="rId5" Type="http://schemas.openxmlformats.org/officeDocument/2006/relationships/oleObject" Target="../embeddings/oleObject149.bin"/><Relationship Id="rId10" Type="http://schemas.openxmlformats.org/officeDocument/2006/relationships/image" Target="../media/image156.wmf"/><Relationship Id="rId4" Type="http://schemas.openxmlformats.org/officeDocument/2006/relationships/image" Target="../media/image153.wmf"/><Relationship Id="rId9" Type="http://schemas.openxmlformats.org/officeDocument/2006/relationships/oleObject" Target="../embeddings/oleObject151.bin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1.wmf"/><Relationship Id="rId13" Type="http://schemas.openxmlformats.org/officeDocument/2006/relationships/oleObject" Target="../embeddings/oleObject158.bin"/><Relationship Id="rId18" Type="http://schemas.openxmlformats.org/officeDocument/2006/relationships/image" Target="../media/image166.wmf"/><Relationship Id="rId3" Type="http://schemas.openxmlformats.org/officeDocument/2006/relationships/oleObject" Target="../embeddings/oleObject153.bin"/><Relationship Id="rId7" Type="http://schemas.openxmlformats.org/officeDocument/2006/relationships/oleObject" Target="../embeddings/oleObject155.bin"/><Relationship Id="rId12" Type="http://schemas.openxmlformats.org/officeDocument/2006/relationships/image" Target="../media/image163.wmf"/><Relationship Id="rId17" Type="http://schemas.openxmlformats.org/officeDocument/2006/relationships/oleObject" Target="../embeddings/oleObject160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65.wmf"/><Relationship Id="rId1" Type="http://schemas.openxmlformats.org/officeDocument/2006/relationships/vmlDrawing" Target="../drawings/vmlDrawing18.vml"/><Relationship Id="rId6" Type="http://schemas.openxmlformats.org/officeDocument/2006/relationships/image" Target="../media/image160.wmf"/><Relationship Id="rId11" Type="http://schemas.openxmlformats.org/officeDocument/2006/relationships/oleObject" Target="../embeddings/oleObject157.bin"/><Relationship Id="rId5" Type="http://schemas.openxmlformats.org/officeDocument/2006/relationships/oleObject" Target="../embeddings/oleObject154.bin"/><Relationship Id="rId15" Type="http://schemas.openxmlformats.org/officeDocument/2006/relationships/oleObject" Target="../embeddings/oleObject159.bin"/><Relationship Id="rId10" Type="http://schemas.openxmlformats.org/officeDocument/2006/relationships/image" Target="../media/image162.wmf"/><Relationship Id="rId4" Type="http://schemas.openxmlformats.org/officeDocument/2006/relationships/image" Target="../media/image159.wmf"/><Relationship Id="rId9" Type="http://schemas.openxmlformats.org/officeDocument/2006/relationships/oleObject" Target="../embeddings/oleObject156.bin"/><Relationship Id="rId14" Type="http://schemas.openxmlformats.org/officeDocument/2006/relationships/image" Target="../media/image164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ext Box 4"/>
          <p:cNvSpPr txBox="1"/>
          <p:nvPr/>
        </p:nvSpPr>
        <p:spPr>
          <a:xfrm>
            <a:off x="2003029" y="2041852"/>
            <a:ext cx="5214098" cy="55367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ctr"/>
            <a:r>
              <a:rPr lang="zh-CN" altLang="en-US" sz="2998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期末总结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8107F126-422D-4E82-A649-D523C5785D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2600" y="21865"/>
            <a:ext cx="2462856" cy="651010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E8F67BC7-2C6F-42D1-B7B5-AFE319181C29}"/>
              </a:ext>
            </a:extLst>
          </p:cNvPr>
          <p:cNvSpPr txBox="1"/>
          <p:nvPr/>
        </p:nvSpPr>
        <p:spPr>
          <a:xfrm>
            <a:off x="6300918" y="4060664"/>
            <a:ext cx="1591843" cy="5257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99" b="1" dirty="0">
                <a:latin typeface="Times New Roman" pitchFamily="18" charset="0"/>
                <a:cs typeface="Times New Roman" pitchFamily="18" charset="0"/>
              </a:rPr>
              <a:t>耿治国</a:t>
            </a:r>
            <a:endParaRPr lang="en-US" altLang="zh-CN" sz="2099" b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Box 34"/>
          <p:cNvSpPr txBox="1"/>
          <p:nvPr/>
        </p:nvSpPr>
        <p:spPr>
          <a:xfrm>
            <a:off x="1234359" y="33448"/>
            <a:ext cx="4425201" cy="46134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sz="2398" b="1" dirty="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电场强度的计算</a:t>
            </a:r>
            <a:endParaRPr lang="zh-CN" altLang="en-US" sz="2398" b="1" dirty="0">
              <a:solidFill>
                <a:srgbClr val="CC0000"/>
              </a:solidFill>
              <a:latin typeface="宋体" panose="02010600030101010101" pitchFamily="2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1241896-843D-45CF-A53D-58948F0D8DFC}"/>
              </a:ext>
            </a:extLst>
          </p:cNvPr>
          <p:cNvSpPr/>
          <p:nvPr/>
        </p:nvSpPr>
        <p:spPr>
          <a:xfrm>
            <a:off x="2822" y="542492"/>
            <a:ext cx="9138356" cy="102147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2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0D7CD83-F0C5-4291-A80B-ED7C70418151}"/>
              </a:ext>
            </a:extLst>
          </p:cNvPr>
          <p:cNvSpPr/>
          <p:nvPr/>
        </p:nvSpPr>
        <p:spPr>
          <a:xfrm flipV="1">
            <a:off x="8770" y="448474"/>
            <a:ext cx="9131296" cy="52969"/>
          </a:xfrm>
          <a:prstGeom prst="rect">
            <a:avLst/>
          </a:prstGeom>
          <a:solidFill>
            <a:srgbClr val="A86E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2" dirty="0"/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5BC2BB92-F65D-DF8D-0EEB-C98EB95AFA17}"/>
              </a:ext>
            </a:extLst>
          </p:cNvPr>
          <p:cNvSpPr txBox="1">
            <a:spLocks/>
          </p:cNvSpPr>
          <p:nvPr/>
        </p:nvSpPr>
        <p:spPr>
          <a:xfrm>
            <a:off x="631084" y="774386"/>
            <a:ext cx="7881832" cy="385547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2099" dirty="0"/>
              <a:t>  </a:t>
            </a:r>
          </a:p>
          <a:p>
            <a:pPr marL="0" indent="0">
              <a:buNone/>
            </a:pPr>
            <a:r>
              <a:rPr lang="zh-CN" altLang="en-US" sz="2099" dirty="0"/>
              <a:t>方法一：叠加法或积分法       点电荷场强</a:t>
            </a:r>
            <a:r>
              <a:rPr lang="en-US" altLang="zh-CN" sz="2099" dirty="0"/>
              <a:t>+</a:t>
            </a:r>
            <a:r>
              <a:rPr lang="zh-CN" altLang="en-US" sz="2099" dirty="0"/>
              <a:t>叠加原理</a:t>
            </a:r>
            <a:endParaRPr lang="en-US" altLang="zh-CN" sz="2099" dirty="0"/>
          </a:p>
          <a:p>
            <a:pPr marL="0" indent="0">
              <a:buNone/>
            </a:pPr>
            <a:endParaRPr lang="en-US" altLang="zh-CN" sz="2099" dirty="0"/>
          </a:p>
          <a:p>
            <a:pPr marL="0" indent="0">
              <a:buNone/>
            </a:pPr>
            <a:endParaRPr lang="en-US" altLang="zh-CN" sz="2099" dirty="0"/>
          </a:p>
          <a:p>
            <a:pPr marL="0" indent="0">
              <a:buNone/>
            </a:pPr>
            <a:endParaRPr lang="en-US" altLang="zh-CN" sz="2099" dirty="0"/>
          </a:p>
          <a:p>
            <a:pPr marL="0" indent="0">
              <a:buNone/>
            </a:pPr>
            <a:endParaRPr lang="en-US" altLang="zh-CN" sz="2099" dirty="0"/>
          </a:p>
          <a:p>
            <a:pPr marL="0" indent="0">
              <a:buNone/>
            </a:pPr>
            <a:endParaRPr lang="en-US" altLang="zh-CN" sz="2099" dirty="0"/>
          </a:p>
          <a:p>
            <a:pPr marL="0" indent="0">
              <a:buNone/>
            </a:pPr>
            <a:r>
              <a:rPr lang="zh-CN" altLang="en-US" sz="2099" dirty="0"/>
              <a:t>方法二：应用高斯定理</a:t>
            </a:r>
            <a:endParaRPr lang="en-US" altLang="zh-CN" sz="2099" dirty="0"/>
          </a:p>
          <a:p>
            <a:pPr marL="0" indent="0">
              <a:buNone/>
            </a:pPr>
            <a:r>
              <a:rPr lang="zh-CN" altLang="en-US" sz="2099" dirty="0"/>
              <a:t>场具有对称性 选择合适的高斯面</a:t>
            </a:r>
            <a:endParaRPr lang="en-US" altLang="zh-CN" sz="2099" dirty="0"/>
          </a:p>
          <a:p>
            <a:pPr marL="0" indent="0">
              <a:buNone/>
            </a:pPr>
            <a:endParaRPr lang="en-US" altLang="zh-CN" sz="2099" dirty="0"/>
          </a:p>
          <a:p>
            <a:pPr marL="0" indent="0">
              <a:buNone/>
            </a:pPr>
            <a:endParaRPr lang="en-US" altLang="zh-CN" sz="2099" dirty="0"/>
          </a:p>
          <a:p>
            <a:pPr marL="0" indent="0">
              <a:buNone/>
            </a:pPr>
            <a:endParaRPr lang="zh-CN" altLang="en-US" sz="2099" dirty="0"/>
          </a:p>
        </p:txBody>
      </p:sp>
      <p:graphicFrame>
        <p:nvGraphicFramePr>
          <p:cNvPr id="5" name="对象 5">
            <a:extLst>
              <a:ext uri="{FF2B5EF4-FFF2-40B4-BE49-F238E27FC236}">
                <a16:creationId xmlns:a16="http://schemas.microsoft.com/office/drawing/2014/main" id="{16F35742-B032-88D0-E0DE-D64EBF7DA43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48762329"/>
              </p:ext>
            </p:extLst>
          </p:nvPr>
        </p:nvGraphicFramePr>
        <p:xfrm>
          <a:off x="1393756" y="1521567"/>
          <a:ext cx="1608703" cy="6660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6" name="Equation" r:id="rId3" imgW="1993680" imgH="825480" progId="Equation.DSMT4">
                  <p:embed/>
                </p:oleObj>
              </mc:Choice>
              <mc:Fallback>
                <p:oleObj name="Equation" r:id="rId3" imgW="1993680" imgH="825480" progId="Equation.DSMT4">
                  <p:embed/>
                  <p:pic>
                    <p:nvPicPr>
                      <p:cNvPr id="5" name="对象 5">
                        <a:extLst>
                          <a:ext uri="{FF2B5EF4-FFF2-40B4-BE49-F238E27FC236}">
                            <a16:creationId xmlns:a16="http://schemas.microsoft.com/office/drawing/2014/main" id="{0D7F98D2-2AE1-425C-9AC2-4946E51EFFE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93756" y="1521567"/>
                        <a:ext cx="1608703" cy="66602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文本框 5">
            <a:extLst>
              <a:ext uri="{FF2B5EF4-FFF2-40B4-BE49-F238E27FC236}">
                <a16:creationId xmlns:a16="http://schemas.microsoft.com/office/drawing/2014/main" id="{B5E422CF-76E7-A8C8-B29A-402B6C0E467B}"/>
              </a:ext>
            </a:extLst>
          </p:cNvPr>
          <p:cNvSpPr txBox="1"/>
          <p:nvPr/>
        </p:nvSpPr>
        <p:spPr>
          <a:xfrm>
            <a:off x="3002459" y="1757947"/>
            <a:ext cx="1428609" cy="3230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99" dirty="0"/>
              <a:t>电荷离散分布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9EECAFC-F974-B782-5FF3-7AB2860656BB}"/>
              </a:ext>
            </a:extLst>
          </p:cNvPr>
          <p:cNvSpPr txBox="1"/>
          <p:nvPr/>
        </p:nvSpPr>
        <p:spPr>
          <a:xfrm>
            <a:off x="3002459" y="2383304"/>
            <a:ext cx="1468663" cy="3230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99" dirty="0"/>
              <a:t>电荷连续分布</a:t>
            </a:r>
          </a:p>
        </p:txBody>
      </p:sp>
      <p:graphicFrame>
        <p:nvGraphicFramePr>
          <p:cNvPr id="8" name="对象 5">
            <a:extLst>
              <a:ext uri="{FF2B5EF4-FFF2-40B4-BE49-F238E27FC236}">
                <a16:creationId xmlns:a16="http://schemas.microsoft.com/office/drawing/2014/main" id="{84612590-C2B6-B9FA-B548-EC8565DF84B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11625167"/>
              </p:ext>
            </p:extLst>
          </p:nvPr>
        </p:nvGraphicFramePr>
        <p:xfrm>
          <a:off x="1316538" y="2228640"/>
          <a:ext cx="1519366" cy="6660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7" name="Equation" r:id="rId5" imgW="1854000" imgH="812520" progId="Equation.DSMT4">
                  <p:embed/>
                </p:oleObj>
              </mc:Choice>
              <mc:Fallback>
                <p:oleObj name="Equation" r:id="rId5" imgW="1854000" imgH="812520" progId="Equation.DSMT4">
                  <p:embed/>
                  <p:pic>
                    <p:nvPicPr>
                      <p:cNvPr id="8" name="对象 5">
                        <a:extLst>
                          <a:ext uri="{FF2B5EF4-FFF2-40B4-BE49-F238E27FC236}">
                            <a16:creationId xmlns:a16="http://schemas.microsoft.com/office/drawing/2014/main" id="{08828299-E6B9-42C0-B374-0F9303A592D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16538" y="2228640"/>
                        <a:ext cx="1519366" cy="66602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5">
            <a:extLst>
              <a:ext uri="{FF2B5EF4-FFF2-40B4-BE49-F238E27FC236}">
                <a16:creationId xmlns:a16="http://schemas.microsoft.com/office/drawing/2014/main" id="{A28B3894-B182-1144-1ADA-0CB0EEC65B7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80094704"/>
              </p:ext>
            </p:extLst>
          </p:nvPr>
        </p:nvGraphicFramePr>
        <p:xfrm>
          <a:off x="2835904" y="2602768"/>
          <a:ext cx="1999315" cy="2998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8" name="Equation" r:id="rId7" imgW="2286000" imgH="342720" progId="Equation.DSMT4">
                  <p:embed/>
                </p:oleObj>
              </mc:Choice>
              <mc:Fallback>
                <p:oleObj name="Equation" r:id="rId7" imgW="2286000" imgH="342720" progId="Equation.DSMT4">
                  <p:embed/>
                  <p:pic>
                    <p:nvPicPr>
                      <p:cNvPr id="9" name="对象 5">
                        <a:extLst>
                          <a:ext uri="{FF2B5EF4-FFF2-40B4-BE49-F238E27FC236}">
                            <a16:creationId xmlns:a16="http://schemas.microsoft.com/office/drawing/2014/main" id="{3C556B59-38BE-433E-9798-96D0699C4EC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35904" y="2602768"/>
                        <a:ext cx="1999315" cy="29989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19">
            <a:extLst>
              <a:ext uri="{FF2B5EF4-FFF2-40B4-BE49-F238E27FC236}">
                <a16:creationId xmlns:a16="http://schemas.microsoft.com/office/drawing/2014/main" id="{2EEA0479-5B8D-24CD-2AA2-D90365D568D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03677948"/>
              </p:ext>
            </p:extLst>
          </p:nvPr>
        </p:nvGraphicFramePr>
        <p:xfrm>
          <a:off x="4902789" y="3332811"/>
          <a:ext cx="1687109" cy="9443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9" name="Equation" r:id="rId9" imgW="2019240" imgH="1130040" progId="Equation.DSMT4">
                  <p:embed/>
                </p:oleObj>
              </mc:Choice>
              <mc:Fallback>
                <p:oleObj name="Equation" r:id="rId9" imgW="2019240" imgH="1130040" progId="Equation.DSMT4">
                  <p:embed/>
                  <p:pic>
                    <p:nvPicPr>
                      <p:cNvPr id="10" name="对象 19">
                        <a:extLst>
                          <a:ext uri="{FF2B5EF4-FFF2-40B4-BE49-F238E27FC236}">
                            <a16:creationId xmlns:a16="http://schemas.microsoft.com/office/drawing/2014/main" id="{B7009277-DACC-41FE-B24F-7D3159BA947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02789" y="3332811"/>
                        <a:ext cx="1687109" cy="94435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622281898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Box 34"/>
          <p:cNvSpPr txBox="1"/>
          <p:nvPr/>
        </p:nvSpPr>
        <p:spPr>
          <a:xfrm>
            <a:off x="1234359" y="33448"/>
            <a:ext cx="4425201" cy="46134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sz="2398" b="1" dirty="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电场强度的计算</a:t>
            </a:r>
            <a:endParaRPr lang="zh-CN" altLang="en-US" sz="2398" b="1" dirty="0">
              <a:solidFill>
                <a:srgbClr val="CC0000"/>
              </a:solidFill>
              <a:latin typeface="宋体" panose="02010600030101010101" pitchFamily="2" charset="-122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13EEE7C5-A194-191E-3D43-47431DA5B6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128" y="1073458"/>
            <a:ext cx="4668990" cy="1549462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7D4CAE8F-DC66-A181-1ED0-C48A81A3E6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6319" y="667575"/>
            <a:ext cx="3508421" cy="2321337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AE5981A6-A4B6-5639-3E77-1AF538195F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3410" y="2702124"/>
            <a:ext cx="3518590" cy="2424974"/>
          </a:xfrm>
          <a:prstGeom prst="rect">
            <a:avLst/>
          </a:prstGeom>
        </p:spPr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D2C3123E-1772-0B2C-3DC3-C3A0DF512596}"/>
              </a:ext>
            </a:extLst>
          </p:cNvPr>
          <p:cNvSpPr/>
          <p:nvPr/>
        </p:nvSpPr>
        <p:spPr>
          <a:xfrm>
            <a:off x="2822" y="542493"/>
            <a:ext cx="9138356" cy="95398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2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B3790F44-1481-59F0-B453-87E40EE4CE27}"/>
              </a:ext>
            </a:extLst>
          </p:cNvPr>
          <p:cNvSpPr/>
          <p:nvPr/>
        </p:nvSpPr>
        <p:spPr>
          <a:xfrm flipV="1">
            <a:off x="8770" y="448474"/>
            <a:ext cx="9131296" cy="52969"/>
          </a:xfrm>
          <a:prstGeom prst="rect">
            <a:avLst/>
          </a:prstGeom>
          <a:solidFill>
            <a:srgbClr val="A86E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2" dirty="0"/>
          </a:p>
        </p:txBody>
      </p:sp>
    </p:spTree>
    <p:extLst>
      <p:ext uri="{BB962C8B-B14F-4D97-AF65-F5344CB8AC3E}">
        <p14:creationId xmlns:p14="http://schemas.microsoft.com/office/powerpoint/2010/main" val="1859776996"/>
      </p:ext>
    </p:extLst>
  </p:cSld>
  <p:clrMapOvr>
    <a:masterClrMapping/>
  </p:clrMapOvr>
  <p:transition>
    <p:wipe dir="r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Box 34"/>
          <p:cNvSpPr txBox="1"/>
          <p:nvPr/>
        </p:nvSpPr>
        <p:spPr>
          <a:xfrm>
            <a:off x="1234359" y="33448"/>
            <a:ext cx="4425201" cy="46134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sz="2398" b="1" dirty="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高斯定理的应用</a:t>
            </a:r>
            <a:endParaRPr lang="zh-CN" altLang="en-US" sz="2398" b="1" dirty="0">
              <a:solidFill>
                <a:srgbClr val="CC0000"/>
              </a:solidFill>
              <a:latin typeface="宋体" panose="02010600030101010101" pitchFamily="2" charset="-122"/>
            </a:endParaRPr>
          </a:p>
        </p:txBody>
      </p:sp>
      <p:sp>
        <p:nvSpPr>
          <p:cNvPr id="2" name="Text Box 36">
            <a:extLst>
              <a:ext uri="{FF2B5EF4-FFF2-40B4-BE49-F238E27FC236}">
                <a16:creationId xmlns:a16="http://schemas.microsoft.com/office/drawing/2014/main" id="{7DE18932-8EE1-765D-172A-753AB17AB7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341" y="1032565"/>
            <a:ext cx="6282619" cy="6460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itchFamily="18" charset="0"/>
                <a:ea typeface="华文中宋" pitchFamily="2" charset="-12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itchFamily="18" charset="0"/>
                <a:ea typeface="华文中宋" pitchFamily="2" charset="-12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itchFamily="18" charset="0"/>
                <a:ea typeface="华文中宋" pitchFamily="2" charset="-12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itchFamily="18" charset="0"/>
                <a:ea typeface="华文中宋" pitchFamily="2" charset="-12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itchFamily="18" charset="0"/>
                <a:ea typeface="华文中宋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itchFamily="18" charset="0"/>
                <a:ea typeface="华文中宋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itchFamily="18" charset="0"/>
                <a:ea typeface="华文中宋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itchFamily="18" charset="0"/>
                <a:ea typeface="华文中宋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itchFamily="18" charset="0"/>
                <a:ea typeface="华文中宋" pitchFamily="2" charset="-122"/>
              </a:defRPr>
            </a:lvl9pPr>
          </a:lstStyle>
          <a:p>
            <a:r>
              <a:rPr kumimoji="0" lang="en-US" altLang="zh-CN" sz="1349" b="1" dirty="0">
                <a:latin typeface="华文中宋" pitchFamily="2" charset="-122"/>
              </a:rPr>
              <a:t>   </a:t>
            </a:r>
            <a:r>
              <a:rPr kumimoji="0" lang="zh-CN" altLang="en-US" sz="1799" b="1" dirty="0">
                <a:latin typeface="华文中宋" pitchFamily="2" charset="-122"/>
              </a:rPr>
              <a:t>对于某些具有特殊对称性的带电体，利用高斯定理可以方便地求出电场分布。 </a:t>
            </a:r>
          </a:p>
        </p:txBody>
      </p:sp>
      <p:sp>
        <p:nvSpPr>
          <p:cNvPr id="3" name="Rectangle 166">
            <a:extLst>
              <a:ext uri="{FF2B5EF4-FFF2-40B4-BE49-F238E27FC236}">
                <a16:creationId xmlns:a16="http://schemas.microsoft.com/office/drawing/2014/main" id="{FD6CCA7E-C06B-1E4B-1EB1-D6B7E1999C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5640" y="1743805"/>
            <a:ext cx="3819547" cy="5537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r>
              <a:rPr lang="zh-CN" altLang="en-US" sz="1799" b="1" dirty="0">
                <a:latin typeface="华文中宋" pitchFamily="2" charset="-122"/>
              </a:rPr>
              <a:t>由上可总结出应用高斯定律求</a:t>
            </a:r>
            <a:r>
              <a:rPr lang="en-US" altLang="zh-CN" sz="1799" b="1" dirty="0">
                <a:latin typeface="华文中宋" pitchFamily="2" charset="-122"/>
              </a:rPr>
              <a:t>E</a:t>
            </a:r>
            <a:r>
              <a:rPr lang="zh-CN" altLang="en-US" sz="1799" b="1" dirty="0">
                <a:latin typeface="华文中宋" pitchFamily="2" charset="-122"/>
              </a:rPr>
              <a:t>的步骤</a:t>
            </a:r>
          </a:p>
        </p:txBody>
      </p:sp>
      <p:sp>
        <p:nvSpPr>
          <p:cNvPr id="4" name="Rectangle 167">
            <a:extLst>
              <a:ext uri="{FF2B5EF4-FFF2-40B4-BE49-F238E27FC236}">
                <a16:creationId xmlns:a16="http://schemas.microsoft.com/office/drawing/2014/main" id="{DFC23B5F-3B62-9794-FAAD-A9C74E5B6A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5284" y="2098272"/>
            <a:ext cx="7801268" cy="2768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r>
              <a:rPr lang="en-US" altLang="zh-CN" sz="1349" b="1" dirty="0">
                <a:solidFill>
                  <a:srgbClr val="0000FF"/>
                </a:solidFill>
                <a:latin typeface="华文中宋" pitchFamily="2" charset="-122"/>
                <a:sym typeface="Wingdings 2" pitchFamily="18" charset="2"/>
              </a:rPr>
              <a:t>     </a:t>
            </a:r>
            <a:r>
              <a:rPr lang="zh-CN" altLang="en-US" sz="1799" b="1" dirty="0">
                <a:solidFill>
                  <a:srgbClr val="0000FF"/>
                </a:solidFill>
                <a:latin typeface="华文中宋" pitchFamily="2" charset="-122"/>
                <a:sym typeface="Wingdings 2" pitchFamily="18" charset="2"/>
              </a:rPr>
              <a:t>（</a:t>
            </a:r>
            <a:r>
              <a:rPr lang="en-US" altLang="zh-CN" sz="1799" b="1" dirty="0">
                <a:solidFill>
                  <a:srgbClr val="0000FF"/>
                </a:solidFill>
                <a:latin typeface="华文中宋" pitchFamily="2" charset="-122"/>
                <a:sym typeface="Wingdings 2" pitchFamily="18" charset="2"/>
              </a:rPr>
              <a:t>1</a:t>
            </a:r>
            <a:r>
              <a:rPr lang="zh-CN" altLang="en-US" sz="1799" b="1" dirty="0">
                <a:solidFill>
                  <a:srgbClr val="0000FF"/>
                </a:solidFill>
                <a:latin typeface="华文中宋" pitchFamily="2" charset="-122"/>
                <a:sym typeface="Wingdings 2" pitchFamily="18" charset="2"/>
              </a:rPr>
              <a:t>）</a:t>
            </a:r>
            <a:r>
              <a:rPr lang="zh-CN" altLang="en-US" sz="1799" b="1" dirty="0">
                <a:solidFill>
                  <a:srgbClr val="0000FF"/>
                </a:solidFill>
                <a:latin typeface="华文中宋" pitchFamily="2" charset="-122"/>
              </a:rPr>
              <a:t>首先分析场源的对称性（常见的是中心、面、轴对称性）；</a:t>
            </a:r>
          </a:p>
        </p:txBody>
      </p:sp>
      <p:sp>
        <p:nvSpPr>
          <p:cNvPr id="5" name="Rectangle 168">
            <a:extLst>
              <a:ext uri="{FF2B5EF4-FFF2-40B4-BE49-F238E27FC236}">
                <a16:creationId xmlns:a16="http://schemas.microsoft.com/office/drawing/2014/main" id="{7F85FCD0-4E5B-B023-10F3-C72EEB0102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517" y="2482646"/>
            <a:ext cx="8361901" cy="5537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r>
              <a:rPr lang="en-US" altLang="zh-CN" sz="1349" b="1" dirty="0">
                <a:solidFill>
                  <a:srgbClr val="0000FF"/>
                </a:solidFill>
                <a:latin typeface="华文中宋" pitchFamily="2" charset="-122"/>
                <a:sym typeface="Wingdings 2" pitchFamily="18" charset="2"/>
              </a:rPr>
              <a:t>     </a:t>
            </a:r>
            <a:r>
              <a:rPr lang="zh-CN" altLang="en-US" sz="1799" b="1" dirty="0">
                <a:solidFill>
                  <a:srgbClr val="0000FF"/>
                </a:solidFill>
                <a:latin typeface="华文中宋" pitchFamily="2" charset="-122"/>
                <a:sym typeface="Wingdings 2" pitchFamily="18" charset="2"/>
              </a:rPr>
              <a:t>（</a:t>
            </a:r>
            <a:r>
              <a:rPr lang="en-US" altLang="zh-CN" sz="1799" b="1" dirty="0">
                <a:solidFill>
                  <a:srgbClr val="0000FF"/>
                </a:solidFill>
                <a:latin typeface="华文中宋" pitchFamily="2" charset="-122"/>
                <a:sym typeface="Wingdings 2" pitchFamily="18" charset="2"/>
              </a:rPr>
              <a:t>2</a:t>
            </a:r>
            <a:r>
              <a:rPr lang="zh-CN" altLang="en-US" sz="1799" b="1" dirty="0">
                <a:solidFill>
                  <a:srgbClr val="0000FF"/>
                </a:solidFill>
                <a:latin typeface="华文中宋" pitchFamily="2" charset="-122"/>
                <a:sym typeface="Wingdings 2" pitchFamily="18" charset="2"/>
              </a:rPr>
              <a:t>）</a:t>
            </a:r>
            <a:r>
              <a:rPr lang="zh-CN" altLang="en-US" sz="1799" b="1" dirty="0">
                <a:solidFill>
                  <a:srgbClr val="0000FF"/>
                </a:solidFill>
                <a:latin typeface="华文中宋" pitchFamily="2" charset="-122"/>
              </a:rPr>
              <a:t>选取一个合适的高斯面，使得或者在该高斯面的某一部分曲面上的</a:t>
            </a:r>
            <a:r>
              <a:rPr lang="en-US" altLang="zh-CN" sz="1799" b="1" dirty="0">
                <a:solidFill>
                  <a:srgbClr val="0000FF"/>
                </a:solidFill>
                <a:latin typeface="华文中宋" pitchFamily="2" charset="-122"/>
              </a:rPr>
              <a:t>E</a:t>
            </a:r>
            <a:r>
              <a:rPr lang="zh-CN" altLang="en-US" sz="1799" b="1" dirty="0">
                <a:solidFill>
                  <a:srgbClr val="0000FF"/>
                </a:solidFill>
                <a:latin typeface="华文中宋" pitchFamily="2" charset="-122"/>
              </a:rPr>
              <a:t>值为常数，或者使某一部分曲面上的</a:t>
            </a:r>
            <a:r>
              <a:rPr lang="en-US" altLang="zh-CN" sz="1799" b="1" dirty="0">
                <a:solidFill>
                  <a:srgbClr val="0000FF"/>
                </a:solidFill>
                <a:latin typeface="华文中宋" pitchFamily="2" charset="-122"/>
              </a:rPr>
              <a:t>E</a:t>
            </a:r>
            <a:r>
              <a:rPr lang="zh-CN" altLang="en-US" sz="1799" b="1" dirty="0">
                <a:solidFill>
                  <a:srgbClr val="0000FF"/>
                </a:solidFill>
                <a:latin typeface="华文中宋" pitchFamily="2" charset="-122"/>
              </a:rPr>
              <a:t>与它们的法线方向处处垂直；</a:t>
            </a:r>
          </a:p>
        </p:txBody>
      </p:sp>
      <p:sp>
        <p:nvSpPr>
          <p:cNvPr id="6" name="Rectangle 170">
            <a:extLst>
              <a:ext uri="{FF2B5EF4-FFF2-40B4-BE49-F238E27FC236}">
                <a16:creationId xmlns:a16="http://schemas.microsoft.com/office/drawing/2014/main" id="{C7D9B649-41C1-198A-EC23-522FE42A72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7180" y="3074641"/>
            <a:ext cx="2910471" cy="2768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r>
              <a:rPr lang="zh-CN" altLang="en-US" sz="1799" b="1" dirty="0">
                <a:solidFill>
                  <a:srgbClr val="0000FF"/>
                </a:solidFill>
                <a:latin typeface="华文中宋" pitchFamily="2" charset="-122"/>
                <a:sym typeface="Wingdings 2" pitchFamily="18" charset="2"/>
              </a:rPr>
              <a:t>（</a:t>
            </a:r>
            <a:r>
              <a:rPr lang="en-US" altLang="zh-CN" sz="1799" b="1" dirty="0">
                <a:solidFill>
                  <a:srgbClr val="0000FF"/>
                </a:solidFill>
                <a:latin typeface="华文中宋" pitchFamily="2" charset="-122"/>
                <a:sym typeface="Wingdings 2" pitchFamily="18" charset="2"/>
              </a:rPr>
              <a:t>3</a:t>
            </a:r>
            <a:r>
              <a:rPr lang="zh-CN" altLang="en-US" sz="1799" b="1" dirty="0">
                <a:solidFill>
                  <a:srgbClr val="0000FF"/>
                </a:solidFill>
                <a:latin typeface="华文中宋" pitchFamily="2" charset="-122"/>
                <a:sym typeface="Wingdings 2" pitchFamily="18" charset="2"/>
              </a:rPr>
              <a:t>）</a:t>
            </a:r>
            <a:r>
              <a:rPr lang="zh-CN" altLang="en-US" sz="1799" b="1" dirty="0">
                <a:solidFill>
                  <a:srgbClr val="0000FF"/>
                </a:solidFill>
                <a:latin typeface="华文中宋" pitchFamily="2" charset="-122"/>
              </a:rPr>
              <a:t>然后由高斯定律</a:t>
            </a:r>
            <a:r>
              <a:rPr lang="zh-CN" altLang="en-US" sz="1799" b="1" dirty="0">
                <a:solidFill>
                  <a:srgbClr val="0000FF"/>
                </a:solidFill>
                <a:ea typeface="宋体" pitchFamily="2" charset="-122"/>
              </a:rPr>
              <a:t>求</a:t>
            </a:r>
            <a:r>
              <a:rPr lang="en-US" altLang="zh-CN" sz="1799" b="1" i="1" dirty="0">
                <a:solidFill>
                  <a:srgbClr val="0000FF"/>
                </a:solidFill>
                <a:ea typeface="宋体" pitchFamily="2" charset="-122"/>
              </a:rPr>
              <a:t>E</a:t>
            </a:r>
            <a:r>
              <a:rPr lang="zh-CN" altLang="en-US" sz="1799" b="1" dirty="0">
                <a:solidFill>
                  <a:srgbClr val="0000FF"/>
                </a:solidFill>
                <a:ea typeface="宋体" pitchFamily="2" charset="-122"/>
              </a:rPr>
              <a:t>。</a:t>
            </a:r>
          </a:p>
        </p:txBody>
      </p:sp>
      <p:graphicFrame>
        <p:nvGraphicFramePr>
          <p:cNvPr id="7" name="Object 172">
            <a:extLst>
              <a:ext uri="{FF2B5EF4-FFF2-40B4-BE49-F238E27FC236}">
                <a16:creationId xmlns:a16="http://schemas.microsoft.com/office/drawing/2014/main" id="{404AAA08-B8EE-0C6E-278E-2C9FA3E996D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01812747"/>
              </p:ext>
            </p:extLst>
          </p:nvPr>
        </p:nvGraphicFramePr>
        <p:xfrm>
          <a:off x="2814622" y="3593427"/>
          <a:ext cx="2179775" cy="7292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5" name="Equation" r:id="rId3" imgW="1091880" imgH="431640" progId="Equation.DSMT4">
                  <p:embed/>
                </p:oleObj>
              </mc:Choice>
              <mc:Fallback>
                <p:oleObj name="Equation" r:id="rId3" imgW="1091880" imgH="431640" progId="Equation.DSMT4">
                  <p:embed/>
                  <p:pic>
                    <p:nvPicPr>
                      <p:cNvPr id="44204" name="Object 172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4622" y="3593427"/>
                        <a:ext cx="2179775" cy="72920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矩形 7">
            <a:extLst>
              <a:ext uri="{FF2B5EF4-FFF2-40B4-BE49-F238E27FC236}">
                <a16:creationId xmlns:a16="http://schemas.microsoft.com/office/drawing/2014/main" id="{66D206D3-E606-5F37-B1CD-AC899110E3B7}"/>
              </a:ext>
            </a:extLst>
          </p:cNvPr>
          <p:cNvSpPr/>
          <p:nvPr/>
        </p:nvSpPr>
        <p:spPr>
          <a:xfrm>
            <a:off x="2822" y="542493"/>
            <a:ext cx="9138356" cy="8241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2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0F3F346-72F0-4D0B-6DF5-526389B17C3D}"/>
              </a:ext>
            </a:extLst>
          </p:cNvPr>
          <p:cNvSpPr/>
          <p:nvPr/>
        </p:nvSpPr>
        <p:spPr>
          <a:xfrm flipV="1">
            <a:off x="8770" y="448474"/>
            <a:ext cx="9131296" cy="52969"/>
          </a:xfrm>
          <a:prstGeom prst="rect">
            <a:avLst/>
          </a:prstGeom>
          <a:solidFill>
            <a:srgbClr val="A86E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2" dirty="0"/>
          </a:p>
        </p:txBody>
      </p:sp>
    </p:spTree>
    <p:extLst>
      <p:ext uri="{BB962C8B-B14F-4D97-AF65-F5344CB8AC3E}">
        <p14:creationId xmlns:p14="http://schemas.microsoft.com/office/powerpoint/2010/main" val="432499985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utoUpdateAnimBg="0"/>
      <p:bldP spid="3" grpId="0" autoUpdateAnimBg="0"/>
      <p:bldP spid="4" grpId="0" autoUpdateAnimBg="0"/>
      <p:bldP spid="5" grpId="0" autoUpdateAnimBg="0"/>
      <p:bldP spid="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4">
            <a:extLst>
              <a:ext uri="{FF2B5EF4-FFF2-40B4-BE49-F238E27FC236}">
                <a16:creationId xmlns:a16="http://schemas.microsoft.com/office/drawing/2014/main" id="{D54EC8D7-3F0D-91DE-D003-2AE4C13025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1025" y="674770"/>
            <a:ext cx="6423026" cy="922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itchFamily="18" charset="0"/>
                <a:ea typeface="华文中宋" pitchFamily="2" charset="-12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itchFamily="18" charset="0"/>
                <a:ea typeface="华文中宋" pitchFamily="2" charset="-12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itchFamily="18" charset="0"/>
                <a:ea typeface="华文中宋" pitchFamily="2" charset="-12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itchFamily="18" charset="0"/>
                <a:ea typeface="华文中宋" pitchFamily="2" charset="-12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itchFamily="18" charset="0"/>
                <a:ea typeface="华文中宋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itchFamily="18" charset="0"/>
                <a:ea typeface="华文中宋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itchFamily="18" charset="0"/>
                <a:ea typeface="华文中宋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itchFamily="18" charset="0"/>
                <a:ea typeface="华文中宋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itchFamily="18" charset="0"/>
                <a:ea typeface="华文中宋" pitchFamily="2" charset="-122"/>
              </a:defRPr>
            </a:lvl9pPr>
          </a:lstStyle>
          <a:p>
            <a:r>
              <a:rPr kumimoji="0" lang="en-US" altLang="zh-CN" sz="1799" b="1" dirty="0">
                <a:solidFill>
                  <a:srgbClr val="FF0000"/>
                </a:solidFill>
                <a:latin typeface="华文中宋" pitchFamily="2" charset="-122"/>
              </a:rPr>
              <a:t>1</a:t>
            </a:r>
            <a:r>
              <a:rPr kumimoji="0" lang="zh-CN" altLang="en-US" sz="1799" b="1" dirty="0">
                <a:solidFill>
                  <a:srgbClr val="FF0000"/>
                </a:solidFill>
                <a:latin typeface="华文中宋" pitchFamily="2" charset="-122"/>
              </a:rPr>
              <a:t>、中心对称（球对称）问题</a:t>
            </a:r>
          </a:p>
          <a:p>
            <a:r>
              <a:rPr kumimoji="0" lang="zh-CN" altLang="en-US" sz="1799" b="1" dirty="0">
                <a:latin typeface="华文中宋" pitchFamily="2" charset="-122"/>
              </a:rPr>
              <a:t>     </a:t>
            </a:r>
            <a:r>
              <a:rPr kumimoji="0" lang="zh-CN" altLang="en-US" sz="1799" b="1" dirty="0">
                <a:solidFill>
                  <a:srgbClr val="0000FF"/>
                </a:solidFill>
                <a:latin typeface="华文中宋" pitchFamily="2" charset="-122"/>
              </a:rPr>
              <a:t>（</a:t>
            </a:r>
            <a:r>
              <a:rPr kumimoji="0" lang="en-US" altLang="zh-CN" sz="1799" b="1" dirty="0">
                <a:solidFill>
                  <a:srgbClr val="0000FF"/>
                </a:solidFill>
                <a:latin typeface="华文中宋" pitchFamily="2" charset="-122"/>
              </a:rPr>
              <a:t>1</a:t>
            </a:r>
            <a:r>
              <a:rPr kumimoji="0" lang="zh-CN" altLang="en-US" sz="1799" b="1" dirty="0">
                <a:solidFill>
                  <a:srgbClr val="0000FF"/>
                </a:solidFill>
                <a:latin typeface="华文中宋" pitchFamily="2" charset="-122"/>
              </a:rPr>
              <a:t>）球面：</a:t>
            </a:r>
            <a:r>
              <a:rPr kumimoji="0" lang="zh-CN" altLang="en-US" sz="1799" b="1" dirty="0">
                <a:latin typeface="华文中宋" pitchFamily="2" charset="-122"/>
              </a:rPr>
              <a:t>均匀带电球面的电场：</a:t>
            </a:r>
            <a:r>
              <a:rPr kumimoji="0" lang="en-US" altLang="zh-CN" sz="1799" b="1" dirty="0">
                <a:latin typeface="华文中宋" pitchFamily="2" charset="-122"/>
              </a:rPr>
              <a:t>(</a:t>
            </a:r>
            <a:r>
              <a:rPr kumimoji="0" lang="zh-CN" altLang="en-US" sz="1799" b="1" dirty="0">
                <a:latin typeface="华文中宋" pitchFamily="2" charset="-122"/>
              </a:rPr>
              <a:t>设总电量为</a:t>
            </a:r>
            <a:r>
              <a:rPr kumimoji="0" lang="en-US" altLang="zh-CN" sz="1799" b="1" dirty="0">
                <a:latin typeface="华文中宋" pitchFamily="2" charset="-122"/>
              </a:rPr>
              <a:t>q</a:t>
            </a:r>
            <a:r>
              <a:rPr kumimoji="0" lang="zh-CN" altLang="en-US" sz="1799" b="1" dirty="0">
                <a:latin typeface="华文中宋" pitchFamily="2" charset="-122"/>
              </a:rPr>
              <a:t>、球面的半径为</a:t>
            </a:r>
            <a:r>
              <a:rPr kumimoji="0" lang="en-US" altLang="zh-CN" sz="1799" b="1" dirty="0">
                <a:latin typeface="华文中宋" pitchFamily="2" charset="-122"/>
              </a:rPr>
              <a:t>R)</a:t>
            </a:r>
            <a:r>
              <a:rPr kumimoji="0" lang="en-US" altLang="zh-CN" sz="1799" dirty="0">
                <a:latin typeface="华文中宋" pitchFamily="2" charset="-122"/>
              </a:rPr>
              <a:t> </a:t>
            </a:r>
          </a:p>
        </p:txBody>
      </p:sp>
      <p:sp>
        <p:nvSpPr>
          <p:cNvPr id="4" name="Text Box 5">
            <a:extLst>
              <a:ext uri="{FF2B5EF4-FFF2-40B4-BE49-F238E27FC236}">
                <a16:creationId xmlns:a16="http://schemas.microsoft.com/office/drawing/2014/main" id="{F334B3F9-20AD-7291-8FA8-E609496655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7436" y="1697654"/>
            <a:ext cx="1643399" cy="3692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itchFamily="18" charset="0"/>
                <a:ea typeface="华文中宋" pitchFamily="2" charset="-12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itchFamily="18" charset="0"/>
                <a:ea typeface="华文中宋" pitchFamily="2" charset="-12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itchFamily="18" charset="0"/>
                <a:ea typeface="华文中宋" pitchFamily="2" charset="-12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itchFamily="18" charset="0"/>
                <a:ea typeface="华文中宋" pitchFamily="2" charset="-12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itchFamily="18" charset="0"/>
                <a:ea typeface="华文中宋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itchFamily="18" charset="0"/>
                <a:ea typeface="华文中宋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itchFamily="18" charset="0"/>
                <a:ea typeface="华文中宋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itchFamily="18" charset="0"/>
                <a:ea typeface="华文中宋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itchFamily="18" charset="0"/>
                <a:ea typeface="华文中宋" pitchFamily="2" charset="-122"/>
              </a:defRPr>
            </a:lvl9pPr>
          </a:lstStyle>
          <a:p>
            <a:r>
              <a:rPr kumimoji="0" lang="zh-CN" altLang="en-US" sz="1799" b="1" dirty="0">
                <a:solidFill>
                  <a:srgbClr val="6600FF"/>
                </a:solidFill>
                <a:latin typeface="华文中宋" pitchFamily="2" charset="-122"/>
              </a:rPr>
              <a:t>球面内场强：</a:t>
            </a:r>
            <a:r>
              <a:rPr kumimoji="0" lang="zh-CN" altLang="en-US" sz="1799" b="1" dirty="0">
                <a:latin typeface="华文中宋" pitchFamily="2" charset="-122"/>
              </a:rPr>
              <a:t> </a:t>
            </a:r>
          </a:p>
        </p:txBody>
      </p:sp>
      <p:sp>
        <p:nvSpPr>
          <p:cNvPr id="5" name="Text Box 6">
            <a:extLst>
              <a:ext uri="{FF2B5EF4-FFF2-40B4-BE49-F238E27FC236}">
                <a16:creationId xmlns:a16="http://schemas.microsoft.com/office/drawing/2014/main" id="{6E21707C-D676-6CEC-95BE-D796271D9C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7436" y="1940950"/>
            <a:ext cx="5937551" cy="3692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itchFamily="18" charset="0"/>
                <a:ea typeface="华文中宋" pitchFamily="2" charset="-12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itchFamily="18" charset="0"/>
                <a:ea typeface="华文中宋" pitchFamily="2" charset="-12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itchFamily="18" charset="0"/>
                <a:ea typeface="华文中宋" pitchFamily="2" charset="-12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itchFamily="18" charset="0"/>
                <a:ea typeface="华文中宋" pitchFamily="2" charset="-12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itchFamily="18" charset="0"/>
                <a:ea typeface="华文中宋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itchFamily="18" charset="0"/>
                <a:ea typeface="华文中宋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itchFamily="18" charset="0"/>
                <a:ea typeface="华文中宋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itchFamily="18" charset="0"/>
                <a:ea typeface="华文中宋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itchFamily="18" charset="0"/>
                <a:ea typeface="华文中宋" pitchFamily="2" charset="-122"/>
              </a:defRPr>
            </a:lvl9pPr>
          </a:lstStyle>
          <a:p>
            <a:r>
              <a:rPr kumimoji="0" lang="zh-CN" altLang="en-US" sz="1799" b="1" dirty="0">
                <a:latin typeface="华文中宋" pitchFamily="2" charset="-122"/>
              </a:rPr>
              <a:t>电荷均匀分布的球面，其球面内任一点的场强一定为零。</a:t>
            </a:r>
          </a:p>
        </p:txBody>
      </p:sp>
      <p:grpSp>
        <p:nvGrpSpPr>
          <p:cNvPr id="7" name="Group 120">
            <a:extLst>
              <a:ext uri="{FF2B5EF4-FFF2-40B4-BE49-F238E27FC236}">
                <a16:creationId xmlns:a16="http://schemas.microsoft.com/office/drawing/2014/main" id="{10686564-4367-4CF4-C628-1D11763B1552}"/>
              </a:ext>
            </a:extLst>
          </p:cNvPr>
          <p:cNvGrpSpPr>
            <a:grpSpLocks/>
          </p:cNvGrpSpPr>
          <p:nvPr/>
        </p:nvGrpSpPr>
        <p:grpSpPr bwMode="auto">
          <a:xfrm>
            <a:off x="6353057" y="2286984"/>
            <a:ext cx="1737239" cy="1295791"/>
            <a:chOff x="3424" y="1944"/>
            <a:chExt cx="1460" cy="1452"/>
          </a:xfrm>
        </p:grpSpPr>
        <p:sp>
          <p:nvSpPr>
            <p:cNvPr id="8" name="Oval 13">
              <a:extLst>
                <a:ext uri="{FF2B5EF4-FFF2-40B4-BE49-F238E27FC236}">
                  <a16:creationId xmlns:a16="http://schemas.microsoft.com/office/drawing/2014/main" id="{8191D85F-8EDA-3FCF-CF59-22AF670B30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24" y="1944"/>
              <a:ext cx="1460" cy="1452"/>
            </a:xfrm>
            <a:prstGeom prst="ellipse">
              <a:avLst/>
            </a:prstGeom>
            <a:solidFill>
              <a:srgbClr val="FFFFFF"/>
            </a:solidFill>
            <a:ln w="33338">
              <a:solidFill>
                <a:srgbClr val="00CC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1799"/>
            </a:p>
          </p:txBody>
        </p:sp>
        <p:graphicFrame>
          <p:nvGraphicFramePr>
            <p:cNvPr id="9" name="Object 14">
              <a:extLst>
                <a:ext uri="{FF2B5EF4-FFF2-40B4-BE49-F238E27FC236}">
                  <a16:creationId xmlns:a16="http://schemas.microsoft.com/office/drawing/2014/main" id="{EE9AAFFD-54D4-7E6A-1F8F-34089307F68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105" y="2614"/>
            <a:ext cx="102" cy="10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14" name="Equation" r:id="rId4" imgW="114120" imgH="114120" progId="Equation.3">
                    <p:embed/>
                  </p:oleObj>
                </mc:Choice>
                <mc:Fallback>
                  <p:oleObj name="Equation" r:id="rId4" imgW="114120" imgH="114120" progId="Equation.3">
                    <p:embed/>
                    <p:pic>
                      <p:nvPicPr>
                        <p:cNvPr id="24580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05" y="2614"/>
                          <a:ext cx="102" cy="10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" name="Object 15">
              <a:extLst>
                <a:ext uri="{FF2B5EF4-FFF2-40B4-BE49-F238E27FC236}">
                  <a16:creationId xmlns:a16="http://schemas.microsoft.com/office/drawing/2014/main" id="{2355026D-21D5-0AE4-DF2B-D4F01A996A9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968" y="2614"/>
            <a:ext cx="227" cy="2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15" name="公式" r:id="rId6" imgW="126720" imgH="139680" progId="Equation.3">
                    <p:embed/>
                  </p:oleObj>
                </mc:Choice>
                <mc:Fallback>
                  <p:oleObj name="公式" r:id="rId6" imgW="126720" imgH="139680" progId="Equation.3">
                    <p:embed/>
                    <p:pic>
                      <p:nvPicPr>
                        <p:cNvPr id="24581" name="Object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68" y="2614"/>
                          <a:ext cx="227" cy="25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" name="Object 16">
              <a:extLst>
                <a:ext uri="{FF2B5EF4-FFF2-40B4-BE49-F238E27FC236}">
                  <a16:creationId xmlns:a16="http://schemas.microsoft.com/office/drawing/2014/main" id="{65312583-2980-9E7B-8D20-B39C4C46BEF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332" y="2217"/>
            <a:ext cx="215" cy="21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16" name="公式" r:id="rId8" imgW="126720" imgH="126720" progId="Equation.3">
                    <p:embed/>
                  </p:oleObj>
                </mc:Choice>
                <mc:Fallback>
                  <p:oleObj name="公式" r:id="rId8" imgW="126720" imgH="126720" progId="Equation.3">
                    <p:embed/>
                    <p:pic>
                      <p:nvPicPr>
                        <p:cNvPr id="24582" name="Object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32" y="2217"/>
                          <a:ext cx="215" cy="21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" name="Object 17">
              <a:extLst>
                <a:ext uri="{FF2B5EF4-FFF2-40B4-BE49-F238E27FC236}">
                  <a16:creationId xmlns:a16="http://schemas.microsoft.com/office/drawing/2014/main" id="{F5AD543D-2C96-D501-1A90-F82375F7C8C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338" y="2394"/>
            <a:ext cx="84" cy="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17" name="Equation" r:id="rId10" imgW="114120" imgH="114120" progId="Equation.3">
                    <p:embed/>
                  </p:oleObj>
                </mc:Choice>
                <mc:Fallback>
                  <p:oleObj name="Equation" r:id="rId10" imgW="114120" imgH="114120" progId="Equation.3">
                    <p:embed/>
                    <p:pic>
                      <p:nvPicPr>
                        <p:cNvPr id="24583" name="Object 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38" y="2394"/>
                          <a:ext cx="84" cy="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" name="Oval 115">
              <a:extLst>
                <a:ext uri="{FF2B5EF4-FFF2-40B4-BE49-F238E27FC236}">
                  <a16:creationId xmlns:a16="http://schemas.microsoft.com/office/drawing/2014/main" id="{A0084F34-2EE6-20FD-A19E-863CA0D24D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33" y="2341"/>
              <a:ext cx="635" cy="635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1799"/>
            </a:p>
          </p:txBody>
        </p:sp>
        <p:sp>
          <p:nvSpPr>
            <p:cNvPr id="14" name="Line 116">
              <a:extLst>
                <a:ext uri="{FF2B5EF4-FFF2-40B4-BE49-F238E27FC236}">
                  <a16:creationId xmlns:a16="http://schemas.microsoft.com/office/drawing/2014/main" id="{C7A2A2DA-91C9-7601-6721-1448A159503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50" y="2432"/>
              <a:ext cx="227" cy="22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 sz="1799"/>
            </a:p>
          </p:txBody>
        </p:sp>
        <p:sp>
          <p:nvSpPr>
            <p:cNvPr id="15" name="Line 117">
              <a:extLst>
                <a:ext uri="{FF2B5EF4-FFF2-40B4-BE49-F238E27FC236}">
                  <a16:creationId xmlns:a16="http://schemas.microsoft.com/office/drawing/2014/main" id="{BFF599FC-BA3F-BC2C-7483-E69912D0286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50" y="2704"/>
              <a:ext cx="72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 sz="1799"/>
            </a:p>
          </p:txBody>
        </p:sp>
        <p:graphicFrame>
          <p:nvGraphicFramePr>
            <p:cNvPr id="16" name="Object 118">
              <a:extLst>
                <a:ext uri="{FF2B5EF4-FFF2-40B4-BE49-F238E27FC236}">
                  <a16:creationId xmlns:a16="http://schemas.microsoft.com/office/drawing/2014/main" id="{2678F883-D1B8-7449-5595-C76BE50AF81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513" y="2523"/>
            <a:ext cx="188" cy="1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18" name="Equation" r:id="rId11" imgW="164880" imgH="164880" progId="Equation.DSMT4">
                    <p:embed/>
                  </p:oleObj>
                </mc:Choice>
                <mc:Fallback>
                  <p:oleObj name="Equation" r:id="rId11" imgW="164880" imgH="164880" progId="Equation.DSMT4">
                    <p:embed/>
                    <p:pic>
                      <p:nvPicPr>
                        <p:cNvPr id="24584" name="Object 1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13" y="2523"/>
                          <a:ext cx="188" cy="1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" name="Object 119">
              <a:extLst>
                <a:ext uri="{FF2B5EF4-FFF2-40B4-BE49-F238E27FC236}">
                  <a16:creationId xmlns:a16="http://schemas.microsoft.com/office/drawing/2014/main" id="{0ABBA853-E455-EE51-ACA6-7680B614ABB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128" y="2438"/>
            <a:ext cx="158" cy="1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19" name="Equation" r:id="rId13" imgW="114120" imgH="126720" progId="Equation.DSMT4">
                    <p:embed/>
                  </p:oleObj>
                </mc:Choice>
                <mc:Fallback>
                  <p:oleObj name="Equation" r:id="rId13" imgW="114120" imgH="126720" progId="Equation.DSMT4">
                    <p:embed/>
                    <p:pic>
                      <p:nvPicPr>
                        <p:cNvPr id="24585" name="Object 1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28" y="2438"/>
                          <a:ext cx="158" cy="17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8" name="Text Box 121">
            <a:extLst>
              <a:ext uri="{FF2B5EF4-FFF2-40B4-BE49-F238E27FC236}">
                <a16:creationId xmlns:a16="http://schemas.microsoft.com/office/drawing/2014/main" id="{6F765E02-B188-E597-AF3D-D89F7E5BC7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5506" y="2264005"/>
            <a:ext cx="4048006" cy="922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itchFamily="18" charset="0"/>
                <a:ea typeface="华文中宋" pitchFamily="2" charset="-12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itchFamily="18" charset="0"/>
                <a:ea typeface="华文中宋" pitchFamily="2" charset="-12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itchFamily="18" charset="0"/>
                <a:ea typeface="华文中宋" pitchFamily="2" charset="-12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itchFamily="18" charset="0"/>
                <a:ea typeface="华文中宋" pitchFamily="2" charset="-12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itchFamily="18" charset="0"/>
                <a:ea typeface="华文中宋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itchFamily="18" charset="0"/>
                <a:ea typeface="华文中宋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itchFamily="18" charset="0"/>
                <a:ea typeface="华文中宋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itchFamily="18" charset="0"/>
                <a:ea typeface="华文中宋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itchFamily="18" charset="0"/>
                <a:ea typeface="华文中宋" pitchFamily="2" charset="-122"/>
              </a:defRPr>
            </a:lvl9pPr>
          </a:lstStyle>
          <a:p>
            <a:r>
              <a:rPr kumimoji="0" lang="zh-CN" altLang="en-US" sz="1799" b="1" dirty="0">
                <a:latin typeface="华文中宋" pitchFamily="2" charset="-122"/>
              </a:rPr>
              <a:t>由于带电体是中心对称的，故产生的电场亦是中心对称的，距中心</a:t>
            </a:r>
            <a:r>
              <a:rPr kumimoji="0" lang="en-US" altLang="zh-CN" sz="1799" b="1" dirty="0">
                <a:latin typeface="华文中宋" pitchFamily="2" charset="-122"/>
              </a:rPr>
              <a:t>O</a:t>
            </a:r>
            <a:r>
              <a:rPr kumimoji="0" lang="zh-CN" altLang="en-US" sz="1799" b="1" dirty="0">
                <a:latin typeface="华文中宋" pitchFamily="2" charset="-122"/>
              </a:rPr>
              <a:t>等距离的点的电场大小相等，方向为径向。</a:t>
            </a:r>
          </a:p>
        </p:txBody>
      </p:sp>
      <p:graphicFrame>
        <p:nvGraphicFramePr>
          <p:cNvPr id="19" name="Object 122">
            <a:extLst>
              <a:ext uri="{FF2B5EF4-FFF2-40B4-BE49-F238E27FC236}">
                <a16:creationId xmlns:a16="http://schemas.microsoft.com/office/drawing/2014/main" id="{0FB2CA7A-9984-3945-D27A-C57B5BF81F0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01520434"/>
              </p:ext>
            </p:extLst>
          </p:nvPr>
        </p:nvGraphicFramePr>
        <p:xfrm>
          <a:off x="962686" y="3138748"/>
          <a:ext cx="4968547" cy="6222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0" name="公式" r:id="rId15" imgW="1904760" imgH="317160" progId="Equation.3">
                  <p:embed/>
                </p:oleObj>
              </mc:Choice>
              <mc:Fallback>
                <p:oleObj name="公式" r:id="rId15" imgW="1904760" imgH="317160" progId="Equation.3">
                  <p:embed/>
                  <p:pic>
                    <p:nvPicPr>
                      <p:cNvPr id="288890" name="Object 1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62686" y="3138748"/>
                        <a:ext cx="4968547" cy="62222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124">
            <a:extLst>
              <a:ext uri="{FF2B5EF4-FFF2-40B4-BE49-F238E27FC236}">
                <a16:creationId xmlns:a16="http://schemas.microsoft.com/office/drawing/2014/main" id="{00702CB8-635F-2E12-B900-00D82753D2D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16046154"/>
              </p:ext>
            </p:extLst>
          </p:nvPr>
        </p:nvGraphicFramePr>
        <p:xfrm>
          <a:off x="2202930" y="3819102"/>
          <a:ext cx="604464" cy="2266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1" name="公式" r:id="rId17" imgW="279360" imgH="139680" progId="Equation.3">
                  <p:embed/>
                </p:oleObj>
              </mc:Choice>
              <mc:Fallback>
                <p:oleObj name="公式" r:id="rId17" imgW="279360" imgH="139680" progId="Equation.3">
                  <p:embed/>
                  <p:pic>
                    <p:nvPicPr>
                      <p:cNvPr id="288892" name="Object 1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2930" y="3819102"/>
                        <a:ext cx="604464" cy="22667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Text Box 34">
            <a:extLst>
              <a:ext uri="{FF2B5EF4-FFF2-40B4-BE49-F238E27FC236}">
                <a16:creationId xmlns:a16="http://schemas.microsoft.com/office/drawing/2014/main" id="{295F35C4-D5B7-B0DA-671F-3459D18EA499}"/>
              </a:ext>
            </a:extLst>
          </p:cNvPr>
          <p:cNvSpPr txBox="1"/>
          <p:nvPr/>
        </p:nvSpPr>
        <p:spPr>
          <a:xfrm>
            <a:off x="1234359" y="33448"/>
            <a:ext cx="4425201" cy="46134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sz="2398" b="1" dirty="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高斯定理的应用</a:t>
            </a:r>
            <a:endParaRPr lang="zh-CN" altLang="en-US" sz="2398" b="1" dirty="0">
              <a:solidFill>
                <a:srgbClr val="CC0000"/>
              </a:solidFill>
              <a:latin typeface="宋体" panose="02010600030101010101" pitchFamily="2" charset="-122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240CF9E4-15D0-3FE4-7EEE-A3579551E065}"/>
              </a:ext>
            </a:extLst>
          </p:cNvPr>
          <p:cNvSpPr/>
          <p:nvPr/>
        </p:nvSpPr>
        <p:spPr>
          <a:xfrm>
            <a:off x="2822" y="542492"/>
            <a:ext cx="9138356" cy="90794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2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F38B53B1-1BA1-88CF-53D5-29CEB1DFA339}"/>
              </a:ext>
            </a:extLst>
          </p:cNvPr>
          <p:cNvSpPr/>
          <p:nvPr/>
        </p:nvSpPr>
        <p:spPr>
          <a:xfrm flipV="1">
            <a:off x="8770" y="448474"/>
            <a:ext cx="9131296" cy="52969"/>
          </a:xfrm>
          <a:prstGeom prst="rect">
            <a:avLst/>
          </a:prstGeom>
          <a:solidFill>
            <a:srgbClr val="A86E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2" dirty="0"/>
          </a:p>
        </p:txBody>
      </p:sp>
    </p:spTree>
    <p:extLst>
      <p:ext uri="{BB962C8B-B14F-4D97-AF65-F5344CB8AC3E}">
        <p14:creationId xmlns:p14="http://schemas.microsoft.com/office/powerpoint/2010/main" val="4122452299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/>
      <p:bldP spid="4" grpId="0" autoUpdateAnimBg="0"/>
      <p:bldP spid="5" grpId="0" autoUpdateAnimBg="0"/>
      <p:bldP spid="18" grpId="0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Box 34">
            <a:extLst>
              <a:ext uri="{FF2B5EF4-FFF2-40B4-BE49-F238E27FC236}">
                <a16:creationId xmlns:a16="http://schemas.microsoft.com/office/drawing/2014/main" id="{295F35C4-D5B7-B0DA-671F-3459D18EA499}"/>
              </a:ext>
            </a:extLst>
          </p:cNvPr>
          <p:cNvSpPr txBox="1"/>
          <p:nvPr/>
        </p:nvSpPr>
        <p:spPr>
          <a:xfrm>
            <a:off x="1234359" y="33448"/>
            <a:ext cx="4425201" cy="46134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sz="2398" b="1" dirty="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高斯定理的应用</a:t>
            </a:r>
            <a:endParaRPr lang="zh-CN" altLang="en-US" sz="2398" b="1" dirty="0">
              <a:solidFill>
                <a:srgbClr val="CC0000"/>
              </a:solidFill>
              <a:latin typeface="宋体" panose="02010600030101010101" pitchFamily="2" charset="-122"/>
            </a:endParaRPr>
          </a:p>
        </p:txBody>
      </p:sp>
      <p:sp>
        <p:nvSpPr>
          <p:cNvPr id="2" name="Text Box 6">
            <a:extLst>
              <a:ext uri="{FF2B5EF4-FFF2-40B4-BE49-F238E27FC236}">
                <a16:creationId xmlns:a16="http://schemas.microsoft.com/office/drawing/2014/main" id="{8D697F99-B66F-5375-95D9-E304826541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9698" y="693150"/>
            <a:ext cx="1354095" cy="3692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itchFamily="18" charset="0"/>
                <a:ea typeface="华文中宋" pitchFamily="2" charset="-12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itchFamily="18" charset="0"/>
                <a:ea typeface="华文中宋" pitchFamily="2" charset="-12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itchFamily="18" charset="0"/>
                <a:ea typeface="华文中宋" pitchFamily="2" charset="-12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itchFamily="18" charset="0"/>
                <a:ea typeface="华文中宋" pitchFamily="2" charset="-12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itchFamily="18" charset="0"/>
                <a:ea typeface="华文中宋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itchFamily="18" charset="0"/>
                <a:ea typeface="华文中宋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itchFamily="18" charset="0"/>
                <a:ea typeface="华文中宋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itchFamily="18" charset="0"/>
                <a:ea typeface="华文中宋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itchFamily="18" charset="0"/>
                <a:ea typeface="华文中宋" pitchFamily="2" charset="-122"/>
              </a:defRPr>
            </a:lvl9pPr>
          </a:lstStyle>
          <a:p>
            <a:pPr eaLnBrk="1" hangingPunct="1"/>
            <a:r>
              <a:rPr lang="zh-CN" altLang="en-US" sz="1799" b="1" dirty="0">
                <a:solidFill>
                  <a:srgbClr val="6600FF"/>
                </a:solidFill>
                <a:latin typeface="华文中宋" pitchFamily="2" charset="-122"/>
              </a:rPr>
              <a:t>球面外场强 </a:t>
            </a:r>
          </a:p>
        </p:txBody>
      </p:sp>
      <p:sp>
        <p:nvSpPr>
          <p:cNvPr id="6" name="Text Box 8">
            <a:extLst>
              <a:ext uri="{FF2B5EF4-FFF2-40B4-BE49-F238E27FC236}">
                <a16:creationId xmlns:a16="http://schemas.microsoft.com/office/drawing/2014/main" id="{9A79D0B2-D88B-C46A-36C9-86D6D42A44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0983" y="1130520"/>
            <a:ext cx="3184145" cy="922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itchFamily="18" charset="0"/>
                <a:ea typeface="华文中宋" pitchFamily="2" charset="-12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itchFamily="18" charset="0"/>
                <a:ea typeface="华文中宋" pitchFamily="2" charset="-12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itchFamily="18" charset="0"/>
                <a:ea typeface="华文中宋" pitchFamily="2" charset="-12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itchFamily="18" charset="0"/>
                <a:ea typeface="华文中宋" pitchFamily="2" charset="-12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itchFamily="18" charset="0"/>
                <a:ea typeface="华文中宋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itchFamily="18" charset="0"/>
                <a:ea typeface="华文中宋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itchFamily="18" charset="0"/>
                <a:ea typeface="华文中宋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itchFamily="18" charset="0"/>
                <a:ea typeface="华文中宋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itchFamily="18" charset="0"/>
                <a:ea typeface="华文中宋" pitchFamily="2" charset="-122"/>
              </a:defRPr>
            </a:lvl9pPr>
          </a:lstStyle>
          <a:p>
            <a:pPr eaLnBrk="1" hangingPunct="1"/>
            <a:r>
              <a:rPr lang="zh-CN" altLang="en-US" sz="1799" b="1" dirty="0">
                <a:latin typeface="华文中宋" pitchFamily="2" charset="-122"/>
              </a:rPr>
              <a:t>　均匀带电球面在球面外的电场分布具有球对称性（或说点对称性） </a:t>
            </a:r>
          </a:p>
        </p:txBody>
      </p:sp>
      <p:sp>
        <p:nvSpPr>
          <p:cNvPr id="22" name="Text Box 9">
            <a:extLst>
              <a:ext uri="{FF2B5EF4-FFF2-40B4-BE49-F238E27FC236}">
                <a16:creationId xmlns:a16="http://schemas.microsoft.com/office/drawing/2014/main" id="{5AD97363-3A82-94CA-383D-35F81FE252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868" y="2049276"/>
            <a:ext cx="3130600" cy="11998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itchFamily="18" charset="0"/>
                <a:ea typeface="华文中宋" pitchFamily="2" charset="-12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itchFamily="18" charset="0"/>
                <a:ea typeface="华文中宋" pitchFamily="2" charset="-12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itchFamily="18" charset="0"/>
                <a:ea typeface="华文中宋" pitchFamily="2" charset="-12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itchFamily="18" charset="0"/>
                <a:ea typeface="华文中宋" pitchFamily="2" charset="-12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itchFamily="18" charset="0"/>
                <a:ea typeface="华文中宋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itchFamily="18" charset="0"/>
                <a:ea typeface="华文中宋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itchFamily="18" charset="0"/>
                <a:ea typeface="华文中宋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itchFamily="18" charset="0"/>
                <a:ea typeface="华文中宋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itchFamily="18" charset="0"/>
                <a:ea typeface="华文中宋" pitchFamily="2" charset="-122"/>
              </a:defRPr>
            </a:lvl9pPr>
          </a:lstStyle>
          <a:p>
            <a:pPr eaLnBrk="1" hangingPunct="1"/>
            <a:r>
              <a:rPr lang="zh-CN" altLang="en-US" sz="1799" b="1" dirty="0">
                <a:latin typeface="华文中宋" pitchFamily="2" charset="-122"/>
              </a:rPr>
              <a:t>　为求</a:t>
            </a:r>
            <a:r>
              <a:rPr lang="en-US" altLang="zh-CN" sz="1799" b="1" dirty="0">
                <a:latin typeface="华文中宋" pitchFamily="2" charset="-122"/>
              </a:rPr>
              <a:t>P</a:t>
            </a:r>
            <a:r>
              <a:rPr lang="zh-CN" altLang="en-US" sz="1799" b="1" dirty="0">
                <a:latin typeface="华文中宋" pitchFamily="2" charset="-122"/>
              </a:rPr>
              <a:t>点的场强，过</a:t>
            </a:r>
            <a:r>
              <a:rPr lang="en-US" altLang="zh-CN" sz="1799" b="1" dirty="0">
                <a:latin typeface="华文中宋" pitchFamily="2" charset="-122"/>
              </a:rPr>
              <a:t>P</a:t>
            </a:r>
            <a:r>
              <a:rPr lang="zh-CN" altLang="en-US" sz="1799" b="1" dirty="0">
                <a:latin typeface="华文中宋" pitchFamily="2" charset="-122"/>
              </a:rPr>
              <a:t>点作一与带电球面同心的高斯球面，则由对称可知，球面上各点的Ｅ值相同，于是有</a:t>
            </a:r>
          </a:p>
        </p:txBody>
      </p:sp>
      <p:graphicFrame>
        <p:nvGraphicFramePr>
          <p:cNvPr id="23" name="Object 10">
            <a:extLst>
              <a:ext uri="{FF2B5EF4-FFF2-40B4-BE49-F238E27FC236}">
                <a16:creationId xmlns:a16="http://schemas.microsoft.com/office/drawing/2014/main" id="{EC354E23-6F57-5534-8152-752C29647A2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42501569"/>
              </p:ext>
            </p:extLst>
          </p:nvPr>
        </p:nvGraphicFramePr>
        <p:xfrm>
          <a:off x="3319582" y="3990258"/>
          <a:ext cx="1845994" cy="8501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33" name="Equation" r:id="rId4" imgW="787320" imgH="431640" progId="Equation.DSMT4">
                  <p:embed/>
                </p:oleObj>
              </mc:Choice>
              <mc:Fallback>
                <p:oleObj name="Equation" r:id="rId4" imgW="787320" imgH="431640" progId="Equation.DSMT4">
                  <p:embed/>
                  <p:pic>
                    <p:nvPicPr>
                      <p:cNvPr id="41994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19582" y="3990258"/>
                        <a:ext cx="1845994" cy="85010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4" name="Group 119">
            <a:extLst>
              <a:ext uri="{FF2B5EF4-FFF2-40B4-BE49-F238E27FC236}">
                <a16:creationId xmlns:a16="http://schemas.microsoft.com/office/drawing/2014/main" id="{11B29A67-DF5A-561E-5DD7-EF6646455E4A}"/>
              </a:ext>
            </a:extLst>
          </p:cNvPr>
          <p:cNvGrpSpPr>
            <a:grpSpLocks/>
          </p:cNvGrpSpPr>
          <p:nvPr/>
        </p:nvGrpSpPr>
        <p:grpSpPr bwMode="auto">
          <a:xfrm>
            <a:off x="4431786" y="1395846"/>
            <a:ext cx="3184146" cy="1497477"/>
            <a:chOff x="2880" y="255"/>
            <a:chExt cx="2676" cy="1678"/>
          </a:xfrm>
        </p:grpSpPr>
        <p:grpSp>
          <p:nvGrpSpPr>
            <p:cNvPr id="25" name="Group 115">
              <a:extLst>
                <a:ext uri="{FF2B5EF4-FFF2-40B4-BE49-F238E27FC236}">
                  <a16:creationId xmlns:a16="http://schemas.microsoft.com/office/drawing/2014/main" id="{60BCF4BB-158D-42C3-8ACC-BABB752A2A0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80" y="255"/>
              <a:ext cx="2676" cy="1678"/>
              <a:chOff x="2154" y="119"/>
              <a:chExt cx="2676" cy="1678"/>
            </a:xfrm>
          </p:grpSpPr>
          <p:grpSp>
            <p:nvGrpSpPr>
              <p:cNvPr id="28" name="Group 112">
                <a:extLst>
                  <a:ext uri="{FF2B5EF4-FFF2-40B4-BE49-F238E27FC236}">
                    <a16:creationId xmlns:a16="http://schemas.microsoft.com/office/drawing/2014/main" id="{3FC5783A-D977-6C5F-B62D-6B98B8E7640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154" y="119"/>
                <a:ext cx="2676" cy="1678"/>
                <a:chOff x="2154" y="119"/>
                <a:chExt cx="2676" cy="1678"/>
              </a:xfrm>
            </p:grpSpPr>
            <p:sp>
              <p:nvSpPr>
                <p:cNvPr id="32" name="Oval 104">
                  <a:extLst>
                    <a:ext uri="{FF2B5EF4-FFF2-40B4-BE49-F238E27FC236}">
                      <a16:creationId xmlns:a16="http://schemas.microsoft.com/office/drawing/2014/main" id="{7ECA2B8A-3C4D-E70E-1B1E-D3881665F9B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154" y="119"/>
                  <a:ext cx="1769" cy="1678"/>
                </a:xfrm>
                <a:prstGeom prst="ellipse">
                  <a:avLst/>
                </a:prstGeom>
                <a:noFill/>
                <a:ln w="25400">
                  <a:solidFill>
                    <a:schemeClr val="tx1"/>
                  </a:solidFill>
                  <a:prstDash val="dash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1799"/>
                </a:p>
              </p:txBody>
            </p:sp>
            <p:sp>
              <p:nvSpPr>
                <p:cNvPr id="33" name="Oval 105">
                  <a:extLst>
                    <a:ext uri="{FF2B5EF4-FFF2-40B4-BE49-F238E27FC236}">
                      <a16:creationId xmlns:a16="http://schemas.microsoft.com/office/drawing/2014/main" id="{385DE71B-FDA8-460C-4AC4-9CABBFF11BD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563" y="481"/>
                  <a:ext cx="952" cy="908"/>
                </a:xfrm>
                <a:prstGeom prst="ellips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1799"/>
                </a:p>
              </p:txBody>
            </p:sp>
            <p:sp>
              <p:nvSpPr>
                <p:cNvPr id="34" name="Line 106">
                  <a:extLst>
                    <a:ext uri="{FF2B5EF4-FFF2-40B4-BE49-F238E27FC236}">
                      <a16:creationId xmlns:a16="http://schemas.microsoft.com/office/drawing/2014/main" id="{9E30CAF6-4945-4F0F-5F3E-CB1C624843A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061" y="935"/>
                  <a:ext cx="1769" cy="0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 type="stealth" w="lg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 sz="1799"/>
                </a:p>
              </p:txBody>
            </p:sp>
            <p:sp>
              <p:nvSpPr>
                <p:cNvPr id="35" name="Line 107">
                  <a:extLst>
                    <a:ext uri="{FF2B5EF4-FFF2-40B4-BE49-F238E27FC236}">
                      <a16:creationId xmlns:a16="http://schemas.microsoft.com/office/drawing/2014/main" id="{EF77B21E-6FCE-2CD3-2D5B-80CE5FD8F6E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061" y="572"/>
                  <a:ext cx="273" cy="363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 type="stealth" w="lg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 sz="1799"/>
                </a:p>
              </p:txBody>
            </p:sp>
            <p:graphicFrame>
              <p:nvGraphicFramePr>
                <p:cNvPr id="36" name="Object 108">
                  <a:extLst>
                    <a:ext uri="{FF2B5EF4-FFF2-40B4-BE49-F238E27FC236}">
                      <a16:creationId xmlns:a16="http://schemas.microsoft.com/office/drawing/2014/main" id="{3079ECC2-611A-10A9-5EAA-C832FE53FE8E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3016" y="617"/>
                <a:ext cx="182" cy="182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4134" name="Equation" r:id="rId6" imgW="164880" imgH="164880" progId="Equation.DSMT4">
                        <p:embed/>
                      </p:oleObj>
                    </mc:Choice>
                    <mc:Fallback>
                      <p:oleObj name="Equation" r:id="rId6" imgW="164880" imgH="164880" progId="Equation.DSMT4">
                        <p:embed/>
                        <p:pic>
                          <p:nvPicPr>
                            <p:cNvPr id="25606" name="Object 108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7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3016" y="617"/>
                              <a:ext cx="182" cy="182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chemeClr val="accent1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chemeClr val="tx1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chemeClr val="bg2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37" name="Line 109">
                  <a:extLst>
                    <a:ext uri="{FF2B5EF4-FFF2-40B4-BE49-F238E27FC236}">
                      <a16:creationId xmlns:a16="http://schemas.microsoft.com/office/drawing/2014/main" id="{53B4BFD2-2453-8827-A711-B0DA84AAC88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061" y="935"/>
                  <a:ext cx="862" cy="0"/>
                </a:xfrm>
                <a:prstGeom prst="line">
                  <a:avLst/>
                </a:prstGeom>
                <a:noFill/>
                <a:ln w="25400">
                  <a:solidFill>
                    <a:srgbClr val="FF0000"/>
                  </a:solidFill>
                  <a:round/>
                  <a:headEnd/>
                  <a:tailEnd type="stealth" w="lg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 sz="1799"/>
                </a:p>
              </p:txBody>
            </p:sp>
            <p:graphicFrame>
              <p:nvGraphicFramePr>
                <p:cNvPr id="38" name="Object 110">
                  <a:extLst>
                    <a:ext uri="{FF2B5EF4-FFF2-40B4-BE49-F238E27FC236}">
                      <a16:creationId xmlns:a16="http://schemas.microsoft.com/office/drawing/2014/main" id="{6270DF6D-4F16-6285-0DDB-3CB9E9619840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3515" y="935"/>
                <a:ext cx="158" cy="176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4135" name="Equation" r:id="rId8" imgW="114120" imgH="126720" progId="Equation.DSMT4">
                        <p:embed/>
                      </p:oleObj>
                    </mc:Choice>
                    <mc:Fallback>
                      <p:oleObj name="Equation" r:id="rId8" imgW="114120" imgH="126720" progId="Equation.DSMT4">
                        <p:embed/>
                        <p:pic>
                          <p:nvPicPr>
                            <p:cNvPr id="25607" name="Object 110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9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3515" y="935"/>
                              <a:ext cx="158" cy="176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chemeClr val="accent1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chemeClr val="tx1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chemeClr val="bg2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39" name="Object 111">
                  <a:extLst>
                    <a:ext uri="{FF2B5EF4-FFF2-40B4-BE49-F238E27FC236}">
                      <a16:creationId xmlns:a16="http://schemas.microsoft.com/office/drawing/2014/main" id="{952EB476-71CC-EC84-E8E9-181DC655FA58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2880" y="890"/>
                <a:ext cx="178" cy="192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4136" name="Equation" r:id="rId10" imgW="164880" imgH="177480" progId="Equation.DSMT4">
                        <p:embed/>
                      </p:oleObj>
                    </mc:Choice>
                    <mc:Fallback>
                      <p:oleObj name="Equation" r:id="rId10" imgW="164880" imgH="177480" progId="Equation.DSMT4">
                        <p:embed/>
                        <p:pic>
                          <p:nvPicPr>
                            <p:cNvPr id="25608" name="Object 111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1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880" y="890"/>
                              <a:ext cx="178" cy="192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chemeClr val="accent1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chemeClr val="tx1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chemeClr val="bg2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graphicFrame>
            <p:nvGraphicFramePr>
              <p:cNvPr id="29" name="Object 114">
                <a:extLst>
                  <a:ext uri="{FF2B5EF4-FFF2-40B4-BE49-F238E27FC236}">
                    <a16:creationId xmlns:a16="http://schemas.microsoft.com/office/drawing/2014/main" id="{D174D97E-B15F-7A55-7E98-5CB16CE0135C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4558" y="663"/>
              <a:ext cx="184" cy="22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137" name="Equation" r:id="rId12" imgW="164880" imgH="203040" progId="Equation.DSMT4">
                      <p:embed/>
                    </p:oleObj>
                  </mc:Choice>
                  <mc:Fallback>
                    <p:oleObj name="Equation" r:id="rId12" imgW="164880" imgH="203040" progId="Equation.DSMT4">
                      <p:embed/>
                      <p:pic>
                        <p:nvPicPr>
                          <p:cNvPr id="25605" name="Object 11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558" y="663"/>
                            <a:ext cx="184" cy="22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26" name="Object 116">
              <a:extLst>
                <a:ext uri="{FF2B5EF4-FFF2-40B4-BE49-F238E27FC236}">
                  <a16:creationId xmlns:a16="http://schemas.microsoft.com/office/drawing/2014/main" id="{10760463-D37F-7E5F-8EF8-8BAE346CD7A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649" y="845"/>
            <a:ext cx="181" cy="1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38" name="Equation" r:id="rId14" imgW="164880" imgH="164880" progId="Equation.DSMT4">
                    <p:embed/>
                  </p:oleObj>
                </mc:Choice>
                <mc:Fallback>
                  <p:oleObj name="Equation" r:id="rId14" imgW="164880" imgH="164880" progId="Equation.DSMT4">
                    <p:embed/>
                    <p:pic>
                      <p:nvPicPr>
                        <p:cNvPr id="25604" name="Object 1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49" y="845"/>
                          <a:ext cx="181" cy="18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7" name="Oval 117">
              <a:extLst>
                <a:ext uri="{FF2B5EF4-FFF2-40B4-BE49-F238E27FC236}">
                  <a16:creationId xmlns:a16="http://schemas.microsoft.com/office/drawing/2014/main" id="{AE2B1276-C6A8-F062-42CE-FA9C52EB7B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04" y="1026"/>
              <a:ext cx="91" cy="91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799"/>
            </a:p>
          </p:txBody>
        </p:sp>
      </p:grpSp>
      <p:graphicFrame>
        <p:nvGraphicFramePr>
          <p:cNvPr id="40" name="Object 120">
            <a:extLst>
              <a:ext uri="{FF2B5EF4-FFF2-40B4-BE49-F238E27FC236}">
                <a16:creationId xmlns:a16="http://schemas.microsoft.com/office/drawing/2014/main" id="{78E125FC-872B-62FD-6915-258EF59004D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46444796"/>
              </p:ext>
            </p:extLst>
          </p:nvPr>
        </p:nvGraphicFramePr>
        <p:xfrm>
          <a:off x="2056419" y="3257869"/>
          <a:ext cx="5203743" cy="75193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39" name="Equation" r:id="rId16" imgW="2844720" imgH="431640" progId="Equation.DSMT4">
                  <p:embed/>
                </p:oleObj>
              </mc:Choice>
              <mc:Fallback>
                <p:oleObj name="Equation" r:id="rId16" imgW="2844720" imgH="431640" progId="Equation.DSMT4">
                  <p:embed/>
                  <p:pic>
                    <p:nvPicPr>
                      <p:cNvPr id="45176" name="Object 1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6419" y="3257869"/>
                        <a:ext cx="5203743" cy="75193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" name="矩形 40">
            <a:extLst>
              <a:ext uri="{FF2B5EF4-FFF2-40B4-BE49-F238E27FC236}">
                <a16:creationId xmlns:a16="http://schemas.microsoft.com/office/drawing/2014/main" id="{CB4F5139-C54F-38EA-867C-C94DDD3DEA6D}"/>
              </a:ext>
            </a:extLst>
          </p:cNvPr>
          <p:cNvSpPr/>
          <p:nvPr/>
        </p:nvSpPr>
        <p:spPr>
          <a:xfrm>
            <a:off x="2822" y="542492"/>
            <a:ext cx="9138356" cy="90794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2"/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10BE344D-8F70-1BD6-6922-A67B1FB54318}"/>
              </a:ext>
            </a:extLst>
          </p:cNvPr>
          <p:cNvSpPr/>
          <p:nvPr/>
        </p:nvSpPr>
        <p:spPr>
          <a:xfrm flipV="1">
            <a:off x="8770" y="448474"/>
            <a:ext cx="9131296" cy="52969"/>
          </a:xfrm>
          <a:prstGeom prst="rect">
            <a:avLst/>
          </a:prstGeom>
          <a:solidFill>
            <a:srgbClr val="A86E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2" dirty="0"/>
          </a:p>
        </p:txBody>
      </p:sp>
    </p:spTree>
    <p:extLst>
      <p:ext uri="{BB962C8B-B14F-4D97-AF65-F5344CB8AC3E}">
        <p14:creationId xmlns:p14="http://schemas.microsoft.com/office/powerpoint/2010/main" val="656315167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utoUpdateAnimBg="0"/>
      <p:bldP spid="6" grpId="0" autoUpdateAnimBg="0"/>
      <p:bldP spid="22" grpId="0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Box 34">
            <a:extLst>
              <a:ext uri="{FF2B5EF4-FFF2-40B4-BE49-F238E27FC236}">
                <a16:creationId xmlns:a16="http://schemas.microsoft.com/office/drawing/2014/main" id="{295F35C4-D5B7-B0DA-671F-3459D18EA499}"/>
              </a:ext>
            </a:extLst>
          </p:cNvPr>
          <p:cNvSpPr txBox="1"/>
          <p:nvPr/>
        </p:nvSpPr>
        <p:spPr>
          <a:xfrm>
            <a:off x="1234359" y="33448"/>
            <a:ext cx="4425201" cy="46134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sz="2398" b="1" dirty="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高斯定理的应用</a:t>
            </a:r>
            <a:endParaRPr lang="zh-CN" altLang="en-US" sz="2398" b="1" dirty="0">
              <a:solidFill>
                <a:srgbClr val="CC0000"/>
              </a:solidFill>
              <a:latin typeface="宋体" panose="02010600030101010101" pitchFamily="2" charset="-122"/>
            </a:endParaRPr>
          </a:p>
        </p:txBody>
      </p:sp>
      <p:sp>
        <p:nvSpPr>
          <p:cNvPr id="3" name="Text Box 3">
            <a:extLst>
              <a:ext uri="{FF2B5EF4-FFF2-40B4-BE49-F238E27FC236}">
                <a16:creationId xmlns:a16="http://schemas.microsoft.com/office/drawing/2014/main" id="{17801626-5ED4-D57E-249B-3647A8DE94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59578" y="617637"/>
            <a:ext cx="2968255" cy="6460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itchFamily="18" charset="0"/>
                <a:ea typeface="华文中宋" pitchFamily="2" charset="-12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itchFamily="18" charset="0"/>
                <a:ea typeface="华文中宋" pitchFamily="2" charset="-12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itchFamily="18" charset="0"/>
                <a:ea typeface="华文中宋" pitchFamily="2" charset="-12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itchFamily="18" charset="0"/>
                <a:ea typeface="华文中宋" pitchFamily="2" charset="-12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itchFamily="18" charset="0"/>
                <a:ea typeface="华文中宋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itchFamily="18" charset="0"/>
                <a:ea typeface="华文中宋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itchFamily="18" charset="0"/>
                <a:ea typeface="华文中宋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itchFamily="18" charset="0"/>
                <a:ea typeface="华文中宋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itchFamily="18" charset="0"/>
                <a:ea typeface="华文中宋" pitchFamily="2" charset="-122"/>
              </a:defRPr>
            </a:lvl9pPr>
          </a:lstStyle>
          <a:p>
            <a:r>
              <a:rPr kumimoji="0" lang="zh-CN" altLang="en-US" sz="1799" b="1" dirty="0">
                <a:solidFill>
                  <a:srgbClr val="0000FF"/>
                </a:solidFill>
                <a:latin typeface="华文中宋" pitchFamily="2" charset="-122"/>
              </a:rPr>
              <a:t>（２） 球体：</a:t>
            </a:r>
            <a:r>
              <a:rPr kumimoji="0" lang="zh-CN" altLang="en-US" sz="1799" b="1" dirty="0">
                <a:latin typeface="华文中宋" pitchFamily="2" charset="-122"/>
              </a:rPr>
              <a:t>均匀带电球体的电场</a:t>
            </a:r>
          </a:p>
        </p:txBody>
      </p:sp>
      <p:graphicFrame>
        <p:nvGraphicFramePr>
          <p:cNvPr id="4" name="Object 100">
            <a:extLst>
              <a:ext uri="{FF2B5EF4-FFF2-40B4-BE49-F238E27FC236}">
                <a16:creationId xmlns:a16="http://schemas.microsoft.com/office/drawing/2014/main" id="{09FF850F-729B-652D-0582-9F1EEF0C629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46662018"/>
              </p:ext>
            </p:extLst>
          </p:nvPr>
        </p:nvGraphicFramePr>
        <p:xfrm>
          <a:off x="4534217" y="1488070"/>
          <a:ext cx="3249364" cy="5062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92" name="Equation" r:id="rId4" imgW="1739880" imgH="317160" progId="Equation.DSMT4">
                  <p:embed/>
                </p:oleObj>
              </mc:Choice>
              <mc:Fallback>
                <p:oleObj name="Equation" r:id="rId4" imgW="1739880" imgH="317160" progId="Equation.DSMT4">
                  <p:embed/>
                  <p:pic>
                    <p:nvPicPr>
                      <p:cNvPr id="96356" name="Object 10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34217" y="1488070"/>
                        <a:ext cx="3249364" cy="50629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101">
            <a:extLst>
              <a:ext uri="{FF2B5EF4-FFF2-40B4-BE49-F238E27FC236}">
                <a16:creationId xmlns:a16="http://schemas.microsoft.com/office/drawing/2014/main" id="{7800FD87-D4EC-AB9D-FE64-FB392FD5566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09505168"/>
              </p:ext>
            </p:extLst>
          </p:nvPr>
        </p:nvGraphicFramePr>
        <p:xfrm>
          <a:off x="4534216" y="1938868"/>
          <a:ext cx="2272096" cy="6459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93" name="Equation" r:id="rId6" imgW="1218960" imgH="469800" progId="Equation.DSMT4">
                  <p:embed/>
                </p:oleObj>
              </mc:Choice>
              <mc:Fallback>
                <p:oleObj name="Equation" r:id="rId6" imgW="1218960" imgH="469800" progId="Equation.DSMT4">
                  <p:embed/>
                  <p:pic>
                    <p:nvPicPr>
                      <p:cNvPr id="96357" name="Object 10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34216" y="1938868"/>
                        <a:ext cx="2272096" cy="64595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102">
            <a:extLst>
              <a:ext uri="{FF2B5EF4-FFF2-40B4-BE49-F238E27FC236}">
                <a16:creationId xmlns:a16="http://schemas.microsoft.com/office/drawing/2014/main" id="{67212FFA-F66A-BBD9-6BDC-BD49AD97BB2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59486168"/>
              </p:ext>
            </p:extLst>
          </p:nvPr>
        </p:nvGraphicFramePr>
        <p:xfrm>
          <a:off x="4403797" y="2586131"/>
          <a:ext cx="3865752" cy="8394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94" name="Equation" r:id="rId8" imgW="2298600" imgH="583920" progId="Equation.DSMT4">
                  <p:embed/>
                </p:oleObj>
              </mc:Choice>
              <mc:Fallback>
                <p:oleObj name="Equation" r:id="rId8" imgW="2298600" imgH="583920" progId="Equation.DSMT4">
                  <p:embed/>
                  <p:pic>
                    <p:nvPicPr>
                      <p:cNvPr id="96358" name="Object 10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03797" y="2586131"/>
                        <a:ext cx="3865752" cy="83944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Box 24">
            <a:extLst>
              <a:ext uri="{FF2B5EF4-FFF2-40B4-BE49-F238E27FC236}">
                <a16:creationId xmlns:a16="http://schemas.microsoft.com/office/drawing/2014/main" id="{C7203831-2946-A75D-3820-6C8AF302A4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93874" y="3440366"/>
            <a:ext cx="1511235" cy="6460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itchFamily="18" charset="0"/>
                <a:ea typeface="华文中宋" pitchFamily="2" charset="-12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itchFamily="18" charset="0"/>
                <a:ea typeface="华文中宋" pitchFamily="2" charset="-12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itchFamily="18" charset="0"/>
                <a:ea typeface="华文中宋" pitchFamily="2" charset="-12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itchFamily="18" charset="0"/>
                <a:ea typeface="华文中宋" pitchFamily="2" charset="-12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itchFamily="18" charset="0"/>
                <a:ea typeface="华文中宋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itchFamily="18" charset="0"/>
                <a:ea typeface="华文中宋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itchFamily="18" charset="0"/>
                <a:ea typeface="华文中宋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itchFamily="18" charset="0"/>
                <a:ea typeface="华文中宋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itchFamily="18" charset="0"/>
                <a:ea typeface="华文中宋" pitchFamily="2" charset="-122"/>
              </a:defRPr>
            </a:lvl9pPr>
          </a:lstStyle>
          <a:p>
            <a:r>
              <a:rPr kumimoji="0" lang="en-US" altLang="zh-CN" sz="1799" b="1" dirty="0">
                <a:latin typeface="华文中宋" pitchFamily="2" charset="-122"/>
              </a:rPr>
              <a:t>2</a:t>
            </a:r>
            <a:r>
              <a:rPr kumimoji="0" lang="zh-CN" altLang="en-US" sz="1799" b="1" dirty="0">
                <a:latin typeface="华文中宋" pitchFamily="2" charset="-122"/>
              </a:rPr>
              <a:t>）球外场分布 </a:t>
            </a:r>
          </a:p>
        </p:txBody>
      </p:sp>
      <p:graphicFrame>
        <p:nvGraphicFramePr>
          <p:cNvPr id="9" name="Object 103">
            <a:extLst>
              <a:ext uri="{FF2B5EF4-FFF2-40B4-BE49-F238E27FC236}">
                <a16:creationId xmlns:a16="http://schemas.microsoft.com/office/drawing/2014/main" id="{D772620F-937E-ABEE-992E-003F941EBA0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03123305"/>
              </p:ext>
            </p:extLst>
          </p:nvPr>
        </p:nvGraphicFramePr>
        <p:xfrm>
          <a:off x="5405668" y="3394269"/>
          <a:ext cx="1506462" cy="622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95" name="Equation" r:id="rId10" imgW="749160" imgH="431640" progId="Equation.DSMT4">
                  <p:embed/>
                </p:oleObj>
              </mc:Choice>
              <mc:Fallback>
                <p:oleObj name="Equation" r:id="rId10" imgW="749160" imgH="431640" progId="Equation.DSMT4">
                  <p:embed/>
                  <p:pic>
                    <p:nvPicPr>
                      <p:cNvPr id="96359" name="Object 10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05668" y="3394269"/>
                        <a:ext cx="1506462" cy="62286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 Box 42">
            <a:extLst>
              <a:ext uri="{FF2B5EF4-FFF2-40B4-BE49-F238E27FC236}">
                <a16:creationId xmlns:a16="http://schemas.microsoft.com/office/drawing/2014/main" id="{D0D6208B-F02C-74BD-97D1-8AC2FEA8E3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0" y="1052900"/>
            <a:ext cx="2424996" cy="3692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itchFamily="18" charset="0"/>
                <a:ea typeface="华文中宋" pitchFamily="2" charset="-12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itchFamily="18" charset="0"/>
                <a:ea typeface="华文中宋" pitchFamily="2" charset="-12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itchFamily="18" charset="0"/>
                <a:ea typeface="华文中宋" pitchFamily="2" charset="-12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itchFamily="18" charset="0"/>
                <a:ea typeface="华文中宋" pitchFamily="2" charset="-12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itchFamily="18" charset="0"/>
                <a:ea typeface="华文中宋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itchFamily="18" charset="0"/>
                <a:ea typeface="华文中宋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itchFamily="18" charset="0"/>
                <a:ea typeface="华文中宋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itchFamily="18" charset="0"/>
                <a:ea typeface="华文中宋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itchFamily="18" charset="0"/>
                <a:ea typeface="华文中宋" pitchFamily="2" charset="-122"/>
              </a:defRPr>
            </a:lvl9pPr>
          </a:lstStyle>
          <a:p>
            <a:r>
              <a:rPr kumimoji="0" lang="en-US" altLang="zh-CN" sz="1799" b="1" dirty="0">
                <a:latin typeface="华文中宋" pitchFamily="2" charset="-122"/>
              </a:rPr>
              <a:t>1</a:t>
            </a:r>
            <a:r>
              <a:rPr kumimoji="0" lang="zh-CN" altLang="en-US" sz="1799" b="1" dirty="0">
                <a:latin typeface="华文中宋" pitchFamily="2" charset="-122"/>
              </a:rPr>
              <a:t>）球内的场分布</a:t>
            </a:r>
          </a:p>
        </p:txBody>
      </p:sp>
      <p:grpSp>
        <p:nvGrpSpPr>
          <p:cNvPr id="11" name="Group 98">
            <a:extLst>
              <a:ext uri="{FF2B5EF4-FFF2-40B4-BE49-F238E27FC236}">
                <a16:creationId xmlns:a16="http://schemas.microsoft.com/office/drawing/2014/main" id="{7B42DEA7-B237-224A-3638-404D5E76679E}"/>
              </a:ext>
            </a:extLst>
          </p:cNvPr>
          <p:cNvGrpSpPr>
            <a:grpSpLocks/>
          </p:cNvGrpSpPr>
          <p:nvPr/>
        </p:nvGrpSpPr>
        <p:grpSpPr bwMode="auto">
          <a:xfrm>
            <a:off x="27128" y="1331310"/>
            <a:ext cx="3068785" cy="2698633"/>
            <a:chOff x="3063" y="432"/>
            <a:chExt cx="2652" cy="3202"/>
          </a:xfrm>
        </p:grpSpPr>
        <p:sp>
          <p:nvSpPr>
            <p:cNvPr id="12" name="Oval 5">
              <a:extLst>
                <a:ext uri="{FF2B5EF4-FFF2-40B4-BE49-F238E27FC236}">
                  <a16:creationId xmlns:a16="http://schemas.microsoft.com/office/drawing/2014/main" id="{988DA234-2FB5-0EAC-6248-070C259A00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12" y="432"/>
              <a:ext cx="1344" cy="1344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 wrap="none" anchor="ctr"/>
            <a:lstStyle/>
            <a:p>
              <a:endParaRPr lang="zh-CN" altLang="en-US" sz="1799"/>
            </a:p>
          </p:txBody>
        </p:sp>
        <p:sp>
          <p:nvSpPr>
            <p:cNvPr id="13" name="Oval 16">
              <a:extLst>
                <a:ext uri="{FF2B5EF4-FFF2-40B4-BE49-F238E27FC236}">
                  <a16:creationId xmlns:a16="http://schemas.microsoft.com/office/drawing/2014/main" id="{DC35D90E-D100-C335-FD4C-5E2F6AF018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72" y="664"/>
              <a:ext cx="850" cy="850"/>
            </a:xfrm>
            <a:prstGeom prst="ellipse">
              <a:avLst/>
            </a:prstGeom>
            <a:gradFill rotWithShape="0">
              <a:gsLst>
                <a:gs pos="0">
                  <a:srgbClr val="FFFF00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28575">
              <a:solidFill>
                <a:srgbClr val="99FF99"/>
              </a:solidFill>
              <a:round/>
              <a:headEnd/>
              <a:tailEnd type="none" w="med" len="lg"/>
            </a:ln>
          </p:spPr>
          <p:txBody>
            <a:bodyPr wrap="none" anchor="ctr"/>
            <a:lstStyle/>
            <a:p>
              <a:endParaRPr lang="zh-CN" altLang="en-US" sz="1799"/>
            </a:p>
          </p:txBody>
        </p:sp>
        <p:graphicFrame>
          <p:nvGraphicFramePr>
            <p:cNvPr id="14" name="Object 104">
              <a:extLst>
                <a:ext uri="{FF2B5EF4-FFF2-40B4-BE49-F238E27FC236}">
                  <a16:creationId xmlns:a16="http://schemas.microsoft.com/office/drawing/2014/main" id="{4A92C4B4-504A-AE23-DBDA-6D13A559AE4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286" y="618"/>
            <a:ext cx="147" cy="1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96" name="Equation" r:id="rId12" imgW="380880" imgH="393480" progId="Equation.3">
                    <p:embed/>
                  </p:oleObj>
                </mc:Choice>
                <mc:Fallback>
                  <p:oleObj name="Equation" r:id="rId12" imgW="380880" imgH="393480" progId="Equation.3">
                    <p:embed/>
                    <p:pic>
                      <p:nvPicPr>
                        <p:cNvPr id="26630" name="Object 10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86" y="618"/>
                          <a:ext cx="147" cy="15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FF33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" name="Object 105">
              <a:extLst>
                <a:ext uri="{FF2B5EF4-FFF2-40B4-BE49-F238E27FC236}">
                  <a16:creationId xmlns:a16="http://schemas.microsoft.com/office/drawing/2014/main" id="{3A5DBCE4-6522-B31A-39E4-D5F837D6261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780" y="1001"/>
            <a:ext cx="224" cy="2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97" name="公式" r:id="rId14" imgW="101520" imgH="114120" progId="Equation.3">
                    <p:embed/>
                  </p:oleObj>
                </mc:Choice>
                <mc:Fallback>
                  <p:oleObj name="公式" r:id="rId14" imgW="101520" imgH="114120" progId="Equation.3">
                    <p:embed/>
                    <p:pic>
                      <p:nvPicPr>
                        <p:cNvPr id="26631" name="Object 10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80" y="1001"/>
                          <a:ext cx="224" cy="2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FF33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" name="Line 13">
              <a:extLst>
                <a:ext uri="{FF2B5EF4-FFF2-40B4-BE49-F238E27FC236}">
                  <a16:creationId xmlns:a16="http://schemas.microsoft.com/office/drawing/2014/main" id="{8285C152-80B8-BAE0-257D-5A18EB703D1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69" y="1082"/>
              <a:ext cx="263" cy="32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799"/>
            </a:p>
          </p:txBody>
        </p:sp>
        <p:sp>
          <p:nvSpPr>
            <p:cNvPr id="17" name="Oval 15">
              <a:extLst>
                <a:ext uri="{FF2B5EF4-FFF2-40B4-BE49-F238E27FC236}">
                  <a16:creationId xmlns:a16="http://schemas.microsoft.com/office/drawing/2014/main" id="{7D852183-2301-2499-02E2-98A678F504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41" y="1389"/>
              <a:ext cx="48" cy="48"/>
            </a:xfrm>
            <a:prstGeom prst="ellipse">
              <a:avLst/>
            </a:prstGeom>
            <a:solidFill>
              <a:schemeClr val="tx2"/>
            </a:solidFill>
            <a:ln w="1905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 wrap="none" anchor="ctr"/>
            <a:lstStyle/>
            <a:p>
              <a:endParaRPr lang="zh-CN" altLang="en-US" sz="1799"/>
            </a:p>
          </p:txBody>
        </p:sp>
        <p:sp>
          <p:nvSpPr>
            <p:cNvPr id="18" name="Line 18">
              <a:extLst>
                <a:ext uri="{FF2B5EF4-FFF2-40B4-BE49-F238E27FC236}">
                  <a16:creationId xmlns:a16="http://schemas.microsoft.com/office/drawing/2014/main" id="{CE34E668-4103-7B69-5EE6-EBE3EDC86AC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69" y="1085"/>
              <a:ext cx="1248" cy="0"/>
            </a:xfrm>
            <a:prstGeom prst="line">
              <a:avLst/>
            </a:prstGeom>
            <a:noFill/>
            <a:ln w="38100">
              <a:solidFill>
                <a:srgbClr val="FF00FF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799"/>
            </a:p>
          </p:txBody>
        </p:sp>
        <p:sp>
          <p:nvSpPr>
            <p:cNvPr id="19" name="Line 27">
              <a:extLst>
                <a:ext uri="{FF2B5EF4-FFF2-40B4-BE49-F238E27FC236}">
                  <a16:creationId xmlns:a16="http://schemas.microsoft.com/office/drawing/2014/main" id="{9C436EEE-F9C8-B17E-035A-064845408F0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984" y="1968"/>
              <a:ext cx="0" cy="139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799"/>
            </a:p>
          </p:txBody>
        </p:sp>
        <p:sp>
          <p:nvSpPr>
            <p:cNvPr id="20" name="Line 28">
              <a:extLst>
                <a:ext uri="{FF2B5EF4-FFF2-40B4-BE49-F238E27FC236}">
                  <a16:creationId xmlns:a16="http://schemas.microsoft.com/office/drawing/2014/main" id="{728EAA33-EFED-E500-8BE5-4317BFC8DE0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84" y="3360"/>
              <a:ext cx="168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799"/>
            </a:p>
          </p:txBody>
        </p:sp>
        <p:graphicFrame>
          <p:nvGraphicFramePr>
            <p:cNvPr id="41" name="Object 106">
              <a:extLst>
                <a:ext uri="{FF2B5EF4-FFF2-40B4-BE49-F238E27FC236}">
                  <a16:creationId xmlns:a16="http://schemas.microsoft.com/office/drawing/2014/main" id="{450BD3C3-618B-6808-A525-635A0D25772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696" y="1880"/>
            <a:ext cx="235" cy="2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98" name="公式" r:id="rId16" imgW="126720" imgH="126720" progId="Equation.3">
                    <p:embed/>
                  </p:oleObj>
                </mc:Choice>
                <mc:Fallback>
                  <p:oleObj name="公式" r:id="rId16" imgW="126720" imgH="126720" progId="Equation.3">
                    <p:embed/>
                    <p:pic>
                      <p:nvPicPr>
                        <p:cNvPr id="26632" name="Object 10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96" y="1880"/>
                          <a:ext cx="235" cy="23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FF33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2" name="Object 107">
              <a:extLst>
                <a:ext uri="{FF2B5EF4-FFF2-40B4-BE49-F238E27FC236}">
                  <a16:creationId xmlns:a16="http://schemas.microsoft.com/office/drawing/2014/main" id="{3C451352-63A5-5F8E-8E7D-01D7842D611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832" y="3385"/>
            <a:ext cx="159" cy="1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99" name="Equation" r:id="rId18" imgW="253800" imgH="279360" progId="Equation.3">
                    <p:embed/>
                  </p:oleObj>
                </mc:Choice>
                <mc:Fallback>
                  <p:oleObj name="Equation" r:id="rId18" imgW="253800" imgH="279360" progId="Equation.3">
                    <p:embed/>
                    <p:pic>
                      <p:nvPicPr>
                        <p:cNvPr id="26633" name="Object 10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32" y="3385"/>
                          <a:ext cx="159" cy="17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FF33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3" name="Object 108">
              <a:extLst>
                <a:ext uri="{FF2B5EF4-FFF2-40B4-BE49-F238E27FC236}">
                  <a16:creationId xmlns:a16="http://schemas.microsoft.com/office/drawing/2014/main" id="{D0FFCEA2-B818-2C94-F5FA-F1083010722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968491479"/>
                </p:ext>
              </p:extLst>
            </p:nvPr>
          </p:nvGraphicFramePr>
          <p:xfrm>
            <a:off x="5420" y="3339"/>
            <a:ext cx="295" cy="29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200" name="公式" r:id="rId20" imgW="101520" imgH="101520" progId="Equation.3">
                    <p:embed/>
                  </p:oleObj>
                </mc:Choice>
                <mc:Fallback>
                  <p:oleObj name="公式" r:id="rId20" imgW="101520" imgH="101520" progId="Equation.3">
                    <p:embed/>
                    <p:pic>
                      <p:nvPicPr>
                        <p:cNvPr id="26634" name="Object 10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420" y="3339"/>
                          <a:ext cx="295" cy="29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FF33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4" name="Line 34">
              <a:extLst>
                <a:ext uri="{FF2B5EF4-FFF2-40B4-BE49-F238E27FC236}">
                  <a16:creationId xmlns:a16="http://schemas.microsoft.com/office/drawing/2014/main" id="{31BA5F5A-5D11-751F-95A2-64AD6F3F416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56" y="1104"/>
              <a:ext cx="0" cy="225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dash"/>
              <a:round/>
              <a:headEnd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799"/>
            </a:p>
          </p:txBody>
        </p:sp>
        <p:graphicFrame>
          <p:nvGraphicFramePr>
            <p:cNvPr id="45" name="Object 109">
              <a:extLst>
                <a:ext uri="{FF2B5EF4-FFF2-40B4-BE49-F238E27FC236}">
                  <a16:creationId xmlns:a16="http://schemas.microsoft.com/office/drawing/2014/main" id="{11AD3044-9BBB-207F-046E-3FB0DE4D174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558" y="3381"/>
            <a:ext cx="238" cy="2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201" name="公式" r:id="rId22" imgW="126720" imgH="126720" progId="Equation.3">
                    <p:embed/>
                  </p:oleObj>
                </mc:Choice>
                <mc:Fallback>
                  <p:oleObj name="公式" r:id="rId22" imgW="126720" imgH="126720" progId="Equation.3">
                    <p:embed/>
                    <p:pic>
                      <p:nvPicPr>
                        <p:cNvPr id="26635" name="Object 10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58" y="3381"/>
                          <a:ext cx="238" cy="2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FF33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6" name="Line 36">
              <a:extLst>
                <a:ext uri="{FF2B5EF4-FFF2-40B4-BE49-F238E27FC236}">
                  <a16:creationId xmlns:a16="http://schemas.microsoft.com/office/drawing/2014/main" id="{6DE7800B-57EE-6FAF-021A-C762272EE99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84" y="1104"/>
              <a:ext cx="0" cy="96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 sz="1799"/>
            </a:p>
          </p:txBody>
        </p:sp>
        <p:sp>
          <p:nvSpPr>
            <p:cNvPr id="47" name="Line 38">
              <a:extLst>
                <a:ext uri="{FF2B5EF4-FFF2-40B4-BE49-F238E27FC236}">
                  <a16:creationId xmlns:a16="http://schemas.microsoft.com/office/drawing/2014/main" id="{B3BEC956-8A13-44F8-4FDD-E3A4E7F949B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984" y="2544"/>
              <a:ext cx="67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dash"/>
              <a:round/>
              <a:headEnd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799"/>
            </a:p>
          </p:txBody>
        </p:sp>
        <p:graphicFrame>
          <p:nvGraphicFramePr>
            <p:cNvPr id="48" name="Object 110">
              <a:extLst>
                <a:ext uri="{FF2B5EF4-FFF2-40B4-BE49-F238E27FC236}">
                  <a16:creationId xmlns:a16="http://schemas.microsoft.com/office/drawing/2014/main" id="{C9537DA2-A173-7B3E-4B4C-3D507A216F4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678854478"/>
                </p:ext>
              </p:extLst>
            </p:nvPr>
          </p:nvGraphicFramePr>
          <p:xfrm>
            <a:off x="3063" y="2252"/>
            <a:ext cx="906" cy="6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202" name="公式" r:id="rId24" imgW="457200" imgH="317160" progId="Equation.3">
                    <p:embed/>
                  </p:oleObj>
                </mc:Choice>
                <mc:Fallback>
                  <p:oleObj name="公式" r:id="rId24" imgW="457200" imgH="317160" progId="Equation.3">
                    <p:embed/>
                    <p:pic>
                      <p:nvPicPr>
                        <p:cNvPr id="26636" name="Object 1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63" y="2252"/>
                          <a:ext cx="906" cy="62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9" name="Line 40">
              <a:extLst>
                <a:ext uri="{FF2B5EF4-FFF2-40B4-BE49-F238E27FC236}">
                  <a16:creationId xmlns:a16="http://schemas.microsoft.com/office/drawing/2014/main" id="{3CC1B764-CC00-E53E-393B-E49F0B702A6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984" y="2544"/>
              <a:ext cx="672" cy="816"/>
            </a:xfrm>
            <a:prstGeom prst="line">
              <a:avLst/>
            </a:prstGeom>
            <a:noFill/>
            <a:ln w="25400">
              <a:solidFill>
                <a:srgbClr val="FF00FF"/>
              </a:solidFill>
              <a:round/>
              <a:headEnd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799"/>
            </a:p>
          </p:txBody>
        </p:sp>
        <p:sp>
          <p:nvSpPr>
            <p:cNvPr id="50" name="Freeform 41">
              <a:extLst>
                <a:ext uri="{FF2B5EF4-FFF2-40B4-BE49-F238E27FC236}">
                  <a16:creationId xmlns:a16="http://schemas.microsoft.com/office/drawing/2014/main" id="{97A8039D-5DE3-C80F-0286-6C5F7B35D88E}"/>
                </a:ext>
              </a:extLst>
            </p:cNvPr>
            <p:cNvSpPr>
              <a:spLocks/>
            </p:cNvSpPr>
            <p:nvPr/>
          </p:nvSpPr>
          <p:spPr bwMode="auto">
            <a:xfrm>
              <a:off x="4656" y="2544"/>
              <a:ext cx="912" cy="768"/>
            </a:xfrm>
            <a:custGeom>
              <a:avLst/>
              <a:gdLst>
                <a:gd name="T0" fmla="*/ 0 w 912"/>
                <a:gd name="T1" fmla="*/ 0 h 768"/>
                <a:gd name="T2" fmla="*/ 288 w 912"/>
                <a:gd name="T3" fmla="*/ 528 h 768"/>
                <a:gd name="T4" fmla="*/ 624 w 912"/>
                <a:gd name="T5" fmla="*/ 720 h 768"/>
                <a:gd name="T6" fmla="*/ 912 w 912"/>
                <a:gd name="T7" fmla="*/ 768 h 76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912"/>
                <a:gd name="T13" fmla="*/ 0 h 768"/>
                <a:gd name="T14" fmla="*/ 912 w 912"/>
                <a:gd name="T15" fmla="*/ 768 h 76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912" h="768">
                  <a:moveTo>
                    <a:pt x="0" y="0"/>
                  </a:moveTo>
                  <a:cubicBezTo>
                    <a:pt x="92" y="204"/>
                    <a:pt x="184" y="408"/>
                    <a:pt x="288" y="528"/>
                  </a:cubicBezTo>
                  <a:cubicBezTo>
                    <a:pt x="392" y="648"/>
                    <a:pt x="520" y="680"/>
                    <a:pt x="624" y="720"/>
                  </a:cubicBezTo>
                  <a:cubicBezTo>
                    <a:pt x="728" y="760"/>
                    <a:pt x="820" y="764"/>
                    <a:pt x="912" y="768"/>
                  </a:cubicBezTo>
                </a:path>
              </a:pathLst>
            </a:custGeom>
            <a:noFill/>
            <a:ln w="25400" cap="flat" cmpd="sng">
              <a:solidFill>
                <a:srgbClr val="FF00FF"/>
              </a:solidFill>
              <a:prstDash val="solid"/>
              <a:round/>
              <a:headEnd type="none" w="med" len="med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1799"/>
            </a:p>
          </p:txBody>
        </p:sp>
        <p:sp>
          <p:nvSpPr>
            <p:cNvPr id="51" name="Line 8">
              <a:extLst>
                <a:ext uri="{FF2B5EF4-FFF2-40B4-BE49-F238E27FC236}">
                  <a16:creationId xmlns:a16="http://schemas.microsoft.com/office/drawing/2014/main" id="{DBC4EB35-2D07-6A19-28E6-A6FF0B8466E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969" y="754"/>
              <a:ext cx="589" cy="317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 sz="1799"/>
            </a:p>
          </p:txBody>
        </p:sp>
        <p:graphicFrame>
          <p:nvGraphicFramePr>
            <p:cNvPr id="52" name="Object 95">
              <a:extLst>
                <a:ext uri="{FF2B5EF4-FFF2-40B4-BE49-F238E27FC236}">
                  <a16:creationId xmlns:a16="http://schemas.microsoft.com/office/drawing/2014/main" id="{30D87C81-4089-946D-1D2B-54F68B5FD2E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878" y="709"/>
            <a:ext cx="227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203" name="公式" r:id="rId26" imgW="126720" imgH="152280" progId="Equation.3">
                    <p:embed/>
                  </p:oleObj>
                </mc:Choice>
                <mc:Fallback>
                  <p:oleObj name="公式" r:id="rId26" imgW="126720" imgH="152280" progId="Equation.3">
                    <p:embed/>
                    <p:pic>
                      <p:nvPicPr>
                        <p:cNvPr id="26637" name="Object 9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78" y="709"/>
                          <a:ext cx="227" cy="2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3" name="Object 96">
              <a:extLst>
                <a:ext uri="{FF2B5EF4-FFF2-40B4-BE49-F238E27FC236}">
                  <a16:creationId xmlns:a16="http://schemas.microsoft.com/office/drawing/2014/main" id="{9FCC7711-1E30-5DA8-A595-6F7984F6E3B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876" y="799"/>
            <a:ext cx="226" cy="22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204" name="公式" r:id="rId28" imgW="126720" imgH="126720" progId="Equation.3">
                    <p:embed/>
                  </p:oleObj>
                </mc:Choice>
                <mc:Fallback>
                  <p:oleObj name="公式" r:id="rId28" imgW="126720" imgH="126720" progId="Equation.3">
                    <p:embed/>
                    <p:pic>
                      <p:nvPicPr>
                        <p:cNvPr id="26638" name="Object 9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76" y="799"/>
                          <a:ext cx="226" cy="22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4" name="Object 97">
              <a:extLst>
                <a:ext uri="{FF2B5EF4-FFF2-40B4-BE49-F238E27FC236}">
                  <a16:creationId xmlns:a16="http://schemas.microsoft.com/office/drawing/2014/main" id="{3EBC9916-12EC-49EE-BFE4-5AB8607AACD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150" y="1168"/>
            <a:ext cx="158" cy="1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205" name="Equation" r:id="rId30" imgW="114120" imgH="126720" progId="Equation.DSMT4">
                    <p:embed/>
                  </p:oleObj>
                </mc:Choice>
                <mc:Fallback>
                  <p:oleObj name="Equation" r:id="rId30" imgW="114120" imgH="126720" progId="Equation.DSMT4">
                    <p:embed/>
                    <p:pic>
                      <p:nvPicPr>
                        <p:cNvPr id="26639" name="Object 9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50" y="1168"/>
                          <a:ext cx="158" cy="17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5" name="Text Box 99">
            <a:extLst>
              <a:ext uri="{FF2B5EF4-FFF2-40B4-BE49-F238E27FC236}">
                <a16:creationId xmlns:a16="http://schemas.microsoft.com/office/drawing/2014/main" id="{3BE61A36-4613-0344-26F9-52BEE2CAA5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3833" y="4072842"/>
            <a:ext cx="4082576" cy="922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itchFamily="18" charset="0"/>
                <a:ea typeface="华文中宋" pitchFamily="2" charset="-12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itchFamily="18" charset="0"/>
                <a:ea typeface="华文中宋" pitchFamily="2" charset="-12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itchFamily="18" charset="0"/>
                <a:ea typeface="华文中宋" pitchFamily="2" charset="-12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itchFamily="18" charset="0"/>
                <a:ea typeface="华文中宋" pitchFamily="2" charset="-12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itchFamily="18" charset="0"/>
                <a:ea typeface="华文中宋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itchFamily="18" charset="0"/>
                <a:ea typeface="华文中宋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itchFamily="18" charset="0"/>
                <a:ea typeface="华文中宋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itchFamily="18" charset="0"/>
                <a:ea typeface="华文中宋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itchFamily="18" charset="0"/>
                <a:ea typeface="华文中宋" pitchFamily="2" charset="-122"/>
              </a:defRPr>
            </a:lvl9pPr>
          </a:lstStyle>
          <a:p>
            <a:pPr eaLnBrk="1" hangingPunct="1"/>
            <a:r>
              <a:rPr lang="zh-CN" altLang="en-US" sz="1799" b="1" dirty="0">
                <a:latin typeface="华文中宋" pitchFamily="2" charset="-122"/>
              </a:rPr>
              <a:t>　   可见，均匀带电球面或球体外一点的电场强度要，等同于将全部电荷集中于球心时的点电荷的场强。</a:t>
            </a: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FD48685A-58E8-5C6C-4BDD-941E3F49F934}"/>
              </a:ext>
            </a:extLst>
          </p:cNvPr>
          <p:cNvSpPr/>
          <p:nvPr/>
        </p:nvSpPr>
        <p:spPr>
          <a:xfrm>
            <a:off x="2822" y="542492"/>
            <a:ext cx="9138356" cy="90794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2"/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25D8C8F1-DB68-452A-2D83-125F2D89F082}"/>
              </a:ext>
            </a:extLst>
          </p:cNvPr>
          <p:cNvSpPr/>
          <p:nvPr/>
        </p:nvSpPr>
        <p:spPr>
          <a:xfrm flipV="1">
            <a:off x="8770" y="448474"/>
            <a:ext cx="9131296" cy="52969"/>
          </a:xfrm>
          <a:prstGeom prst="rect">
            <a:avLst/>
          </a:prstGeom>
          <a:solidFill>
            <a:srgbClr val="A86E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2" dirty="0"/>
          </a:p>
        </p:txBody>
      </p:sp>
    </p:spTree>
    <p:extLst>
      <p:ext uri="{BB962C8B-B14F-4D97-AF65-F5344CB8AC3E}">
        <p14:creationId xmlns:p14="http://schemas.microsoft.com/office/powerpoint/2010/main" val="3021764364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/>
      <p:bldP spid="8" grpId="0" autoUpdateAnimBg="0"/>
      <p:bldP spid="10" grpId="0" autoUpdateAnimBg="0"/>
      <p:bldP spid="55" grpId="0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Box 34">
            <a:extLst>
              <a:ext uri="{FF2B5EF4-FFF2-40B4-BE49-F238E27FC236}">
                <a16:creationId xmlns:a16="http://schemas.microsoft.com/office/drawing/2014/main" id="{295F35C4-D5B7-B0DA-671F-3459D18EA499}"/>
              </a:ext>
            </a:extLst>
          </p:cNvPr>
          <p:cNvSpPr txBox="1"/>
          <p:nvPr/>
        </p:nvSpPr>
        <p:spPr>
          <a:xfrm>
            <a:off x="1234359" y="33448"/>
            <a:ext cx="4425201" cy="46134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sz="2398" b="1" dirty="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高斯定理的应用</a:t>
            </a:r>
            <a:endParaRPr lang="zh-CN" altLang="en-US" sz="2398" b="1" dirty="0">
              <a:solidFill>
                <a:srgbClr val="CC0000"/>
              </a:solidFill>
              <a:latin typeface="宋体" panose="02010600030101010101" pitchFamily="2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75EB2B1-4471-22AB-27CC-BD31363C1899}"/>
              </a:ext>
            </a:extLst>
          </p:cNvPr>
          <p:cNvSpPr/>
          <p:nvPr/>
        </p:nvSpPr>
        <p:spPr>
          <a:xfrm>
            <a:off x="2822" y="542492"/>
            <a:ext cx="9138356" cy="90794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2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8479B90-7223-3B00-0070-0F00CF710EA9}"/>
              </a:ext>
            </a:extLst>
          </p:cNvPr>
          <p:cNvSpPr/>
          <p:nvPr/>
        </p:nvSpPr>
        <p:spPr>
          <a:xfrm flipV="1">
            <a:off x="8770" y="448474"/>
            <a:ext cx="9131296" cy="52969"/>
          </a:xfrm>
          <a:prstGeom prst="rect">
            <a:avLst/>
          </a:prstGeom>
          <a:solidFill>
            <a:srgbClr val="A86E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2" dirty="0"/>
          </a:p>
        </p:txBody>
      </p:sp>
      <p:sp>
        <p:nvSpPr>
          <p:cNvPr id="22" name="Text Box 38">
            <a:extLst>
              <a:ext uri="{FF2B5EF4-FFF2-40B4-BE49-F238E27FC236}">
                <a16:creationId xmlns:a16="http://schemas.microsoft.com/office/drawing/2014/main" id="{4C4983EB-7DDA-D270-34C9-EA7A85B871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794" y="693287"/>
            <a:ext cx="7901849" cy="3692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itchFamily="18" charset="0"/>
                <a:ea typeface="华文中宋" pitchFamily="2" charset="-12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itchFamily="18" charset="0"/>
                <a:ea typeface="华文中宋" pitchFamily="2" charset="-12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itchFamily="18" charset="0"/>
                <a:ea typeface="华文中宋" pitchFamily="2" charset="-12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itchFamily="18" charset="0"/>
                <a:ea typeface="华文中宋" pitchFamily="2" charset="-12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itchFamily="18" charset="0"/>
                <a:ea typeface="华文中宋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itchFamily="18" charset="0"/>
                <a:ea typeface="华文中宋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itchFamily="18" charset="0"/>
                <a:ea typeface="华文中宋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itchFamily="18" charset="0"/>
                <a:ea typeface="华文中宋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itchFamily="18" charset="0"/>
                <a:ea typeface="华文中宋" pitchFamily="2" charset="-122"/>
              </a:defRPr>
            </a:lvl9pPr>
          </a:lstStyle>
          <a:p>
            <a:pPr eaLnBrk="1" hangingPunct="1"/>
            <a:r>
              <a:rPr lang="en-US" altLang="zh-CN" sz="1799" b="1" dirty="0">
                <a:solidFill>
                  <a:srgbClr val="0000FF"/>
                </a:solidFill>
                <a:latin typeface="华文中宋" pitchFamily="2" charset="-122"/>
              </a:rPr>
              <a:t>2</a:t>
            </a:r>
            <a:r>
              <a:rPr lang="zh-CN" altLang="en-US" sz="1799" b="1" dirty="0">
                <a:solidFill>
                  <a:srgbClr val="0000FF"/>
                </a:solidFill>
                <a:latin typeface="华文中宋" pitchFamily="2" charset="-122"/>
              </a:rPr>
              <a:t>、平面对称问题：</a:t>
            </a:r>
            <a:r>
              <a:rPr lang="zh-CN" altLang="en-US" sz="1799" b="1" dirty="0">
                <a:latin typeface="华文中宋" pitchFamily="2" charset="-122"/>
              </a:rPr>
              <a:t>无限大均匀带电平面的电场（设其电荷面密度为</a:t>
            </a:r>
            <a:r>
              <a:rPr lang="en-US" altLang="zh-CN" sz="1799" b="1" dirty="0">
                <a:cs typeface="Times New Roman" pitchFamily="18" charset="0"/>
              </a:rPr>
              <a:t>σ</a:t>
            </a:r>
            <a:r>
              <a:rPr lang="zh-CN" altLang="en-US" sz="1799" b="1" dirty="0">
                <a:latin typeface="华文中宋" pitchFamily="2" charset="-122"/>
              </a:rPr>
              <a:t>）</a:t>
            </a:r>
            <a:r>
              <a:rPr lang="zh-CN" altLang="en-US" sz="1799" dirty="0">
                <a:latin typeface="华文中宋" pitchFamily="2" charset="-122"/>
              </a:rPr>
              <a:t> </a:t>
            </a:r>
          </a:p>
        </p:txBody>
      </p:sp>
      <p:sp>
        <p:nvSpPr>
          <p:cNvPr id="23" name="Rectangle 42">
            <a:extLst>
              <a:ext uri="{FF2B5EF4-FFF2-40B4-BE49-F238E27FC236}">
                <a16:creationId xmlns:a16="http://schemas.microsoft.com/office/drawing/2014/main" id="{5D06D8D7-1992-D3F8-DC03-689A2EF5A7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1676" y="1684629"/>
            <a:ext cx="5597243" cy="1327917"/>
          </a:xfrm>
          <a:prstGeom prst="rect">
            <a:avLst/>
          </a:prstGeom>
          <a:gradFill rotWithShape="0">
            <a:gsLst>
              <a:gs pos="0">
                <a:schemeClr val="accent2">
                  <a:gamma/>
                  <a:tint val="63137"/>
                  <a:invGamma/>
                </a:schemeClr>
              </a:gs>
              <a:gs pos="100000">
                <a:schemeClr val="accent2"/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zh-CN" altLang="zh-CN" sz="1799">
              <a:ea typeface="宋体" pitchFamily="2" charset="-122"/>
            </a:endParaRPr>
          </a:p>
        </p:txBody>
      </p:sp>
      <p:grpSp>
        <p:nvGrpSpPr>
          <p:cNvPr id="24" name="Group 43">
            <a:extLst>
              <a:ext uri="{FF2B5EF4-FFF2-40B4-BE49-F238E27FC236}">
                <a16:creationId xmlns:a16="http://schemas.microsoft.com/office/drawing/2014/main" id="{D6EB957E-990B-B65F-6843-E92D1A69A106}"/>
              </a:ext>
            </a:extLst>
          </p:cNvPr>
          <p:cNvGrpSpPr>
            <a:grpSpLocks/>
          </p:cNvGrpSpPr>
          <p:nvPr/>
        </p:nvGrpSpPr>
        <p:grpSpPr bwMode="auto">
          <a:xfrm>
            <a:off x="3623029" y="1937184"/>
            <a:ext cx="2131093" cy="658604"/>
            <a:chOff x="2640" y="2670"/>
            <a:chExt cx="1791" cy="738"/>
          </a:xfrm>
        </p:grpSpPr>
        <p:grpSp>
          <p:nvGrpSpPr>
            <p:cNvPr id="25" name="Group 44">
              <a:extLst>
                <a:ext uri="{FF2B5EF4-FFF2-40B4-BE49-F238E27FC236}">
                  <a16:creationId xmlns:a16="http://schemas.microsoft.com/office/drawing/2014/main" id="{C1B73DCD-C325-EBCC-C0C4-E96875CB7B9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40" y="2862"/>
              <a:ext cx="1773" cy="195"/>
              <a:chOff x="2136" y="2688"/>
              <a:chExt cx="1773" cy="195"/>
            </a:xfrm>
          </p:grpSpPr>
          <p:sp>
            <p:nvSpPr>
              <p:cNvPr id="29" name="Line 45">
                <a:extLst>
                  <a:ext uri="{FF2B5EF4-FFF2-40B4-BE49-F238E27FC236}">
                    <a16:creationId xmlns:a16="http://schemas.microsoft.com/office/drawing/2014/main" id="{19C02138-851A-EF9D-EFBD-230912BE46F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136" y="2688"/>
                <a:ext cx="1056" cy="0"/>
              </a:xfrm>
              <a:prstGeom prst="line">
                <a:avLst/>
              </a:prstGeom>
              <a:noFill/>
              <a:ln w="9525">
                <a:solidFill>
                  <a:srgbClr val="FFFF00"/>
                </a:solidFill>
                <a:round/>
                <a:headEnd type="triangle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799"/>
              </a:p>
            </p:txBody>
          </p:sp>
          <p:sp>
            <p:nvSpPr>
              <p:cNvPr id="32" name="Line 46">
                <a:extLst>
                  <a:ext uri="{FF2B5EF4-FFF2-40B4-BE49-F238E27FC236}">
                    <a16:creationId xmlns:a16="http://schemas.microsoft.com/office/drawing/2014/main" id="{01FE6A3B-449A-3590-8473-453436028BA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853" y="2883"/>
                <a:ext cx="1056" cy="0"/>
              </a:xfrm>
              <a:prstGeom prst="line">
                <a:avLst/>
              </a:prstGeom>
              <a:noFill/>
              <a:ln w="9525">
                <a:solidFill>
                  <a:srgbClr val="FFFF00"/>
                </a:solidFill>
                <a:round/>
                <a:headEnd type="triangle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799"/>
              </a:p>
            </p:txBody>
          </p:sp>
        </p:grpSp>
        <p:sp>
          <p:nvSpPr>
            <p:cNvPr id="26" name="Line 47">
              <a:extLst>
                <a:ext uri="{FF2B5EF4-FFF2-40B4-BE49-F238E27FC236}">
                  <a16:creationId xmlns:a16="http://schemas.microsoft.com/office/drawing/2014/main" id="{3A0D3945-E31A-FC05-8E7E-560D30F2E78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655" y="3198"/>
              <a:ext cx="1056" cy="0"/>
            </a:xfrm>
            <a:prstGeom prst="line">
              <a:avLst/>
            </a:prstGeom>
            <a:noFill/>
            <a:ln w="9525">
              <a:solidFill>
                <a:srgbClr val="FFFF00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799"/>
            </a:p>
          </p:txBody>
        </p:sp>
        <p:sp>
          <p:nvSpPr>
            <p:cNvPr id="27" name="Line 48">
              <a:extLst>
                <a:ext uri="{FF2B5EF4-FFF2-40B4-BE49-F238E27FC236}">
                  <a16:creationId xmlns:a16="http://schemas.microsoft.com/office/drawing/2014/main" id="{8F9F70BB-47AC-8A4C-C7D4-02D76AE8F49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375" y="3408"/>
              <a:ext cx="1056" cy="0"/>
            </a:xfrm>
            <a:prstGeom prst="line">
              <a:avLst/>
            </a:prstGeom>
            <a:noFill/>
            <a:ln w="9525">
              <a:solidFill>
                <a:srgbClr val="FFFF00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799"/>
            </a:p>
          </p:txBody>
        </p:sp>
        <p:graphicFrame>
          <p:nvGraphicFramePr>
            <p:cNvPr id="28" name="Object 1052">
              <a:extLst>
                <a:ext uri="{FF2B5EF4-FFF2-40B4-BE49-F238E27FC236}">
                  <a16:creationId xmlns:a16="http://schemas.microsoft.com/office/drawing/2014/main" id="{CA1183DB-4F5F-23B7-927F-89ACE26B1DE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735" y="2670"/>
            <a:ext cx="153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216" name="公式" r:id="rId4" imgW="203040" imgH="266400" progId="Equation.3">
                    <p:embed/>
                  </p:oleObj>
                </mc:Choice>
                <mc:Fallback>
                  <p:oleObj name="公式" r:id="rId4" imgW="203040" imgH="266400" progId="Equation.3">
                    <p:embed/>
                    <p:pic>
                      <p:nvPicPr>
                        <p:cNvPr id="27663" name="Object 105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35" y="2670"/>
                          <a:ext cx="153" cy="192"/>
                        </a:xfrm>
                        <a:prstGeom prst="rect">
                          <a:avLst/>
                        </a:prstGeom>
                        <a:solidFill>
                          <a:srgbClr val="FFFF00"/>
                        </a:solidFill>
                        <a:ln>
                          <a:noFill/>
                        </a:ln>
                        <a:effectLst/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3" name="Group 50">
            <a:extLst>
              <a:ext uri="{FF2B5EF4-FFF2-40B4-BE49-F238E27FC236}">
                <a16:creationId xmlns:a16="http://schemas.microsoft.com/office/drawing/2014/main" id="{1F48CB0B-2014-B4E6-994D-3CEAB6522AD2}"/>
              </a:ext>
            </a:extLst>
          </p:cNvPr>
          <p:cNvGrpSpPr>
            <a:grpSpLocks/>
          </p:cNvGrpSpPr>
          <p:nvPr/>
        </p:nvGrpSpPr>
        <p:grpSpPr bwMode="auto">
          <a:xfrm>
            <a:off x="3108997" y="1775655"/>
            <a:ext cx="1474274" cy="1119984"/>
            <a:chOff x="1824" y="2352"/>
            <a:chExt cx="1239" cy="1255"/>
          </a:xfrm>
        </p:grpSpPr>
        <p:grpSp>
          <p:nvGrpSpPr>
            <p:cNvPr id="34" name="Group 51">
              <a:extLst>
                <a:ext uri="{FF2B5EF4-FFF2-40B4-BE49-F238E27FC236}">
                  <a16:creationId xmlns:a16="http://schemas.microsoft.com/office/drawing/2014/main" id="{FF8EC5EC-4842-7805-DE05-E66B7C728C6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24" y="2352"/>
              <a:ext cx="1239" cy="1255"/>
              <a:chOff x="2748" y="2301"/>
              <a:chExt cx="1239" cy="1255"/>
            </a:xfrm>
          </p:grpSpPr>
          <p:grpSp>
            <p:nvGrpSpPr>
              <p:cNvPr id="36" name="Group 52">
                <a:extLst>
                  <a:ext uri="{FF2B5EF4-FFF2-40B4-BE49-F238E27FC236}">
                    <a16:creationId xmlns:a16="http://schemas.microsoft.com/office/drawing/2014/main" id="{D5370129-8370-2E40-4C54-9A165FB7D0C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748" y="2301"/>
                <a:ext cx="1227" cy="1251"/>
                <a:chOff x="2748" y="2301"/>
                <a:chExt cx="1227" cy="1251"/>
              </a:xfrm>
            </p:grpSpPr>
            <p:grpSp>
              <p:nvGrpSpPr>
                <p:cNvPr id="39" name="Group 53">
                  <a:extLst>
                    <a:ext uri="{FF2B5EF4-FFF2-40B4-BE49-F238E27FC236}">
                      <a16:creationId xmlns:a16="http://schemas.microsoft.com/office/drawing/2014/main" id="{6B0815E0-8C92-F1D2-5CD0-5B9BE2604DDD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748" y="2301"/>
                  <a:ext cx="1227" cy="1222"/>
                  <a:chOff x="2736" y="2304"/>
                  <a:chExt cx="1227" cy="1222"/>
                </a:xfrm>
              </p:grpSpPr>
              <p:sp>
                <p:nvSpPr>
                  <p:cNvPr id="56" name="AutoShape 54">
                    <a:extLst>
                      <a:ext uri="{FF2B5EF4-FFF2-40B4-BE49-F238E27FC236}">
                        <a16:creationId xmlns:a16="http://schemas.microsoft.com/office/drawing/2014/main" id="{EB09456F-DF20-C005-24B0-BF3E42B70C9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 rot="5400000">
                    <a:off x="2758" y="2326"/>
                    <a:ext cx="1222" cy="1178"/>
                  </a:xfrm>
                  <a:prstGeom prst="parallelogram">
                    <a:avLst>
                      <a:gd name="adj" fmla="val 25934"/>
                    </a:avLst>
                  </a:prstGeom>
                  <a:solidFill>
                    <a:srgbClr val="CCCCFF"/>
                  </a:solidFill>
                  <a:ln w="9525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endParaRPr lang="zh-CN" altLang="en-US" sz="1799"/>
                  </a:p>
                </p:txBody>
              </p:sp>
              <p:sp>
                <p:nvSpPr>
                  <p:cNvPr id="57" name="Rectangle 55">
                    <a:extLst>
                      <a:ext uri="{FF2B5EF4-FFF2-40B4-BE49-F238E27FC236}">
                        <a16:creationId xmlns:a16="http://schemas.microsoft.com/office/drawing/2014/main" id="{41D32FA7-F2F2-D077-D5E5-551A733F0AB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 rot="867752" flipV="1">
                    <a:off x="2736" y="2451"/>
                    <a:ext cx="1227" cy="47"/>
                  </a:xfrm>
                  <a:prstGeom prst="rect">
                    <a:avLst/>
                  </a:prstGeom>
                  <a:solidFill>
                    <a:srgbClr val="CCCCFF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zh-CN" altLang="en-US" sz="1799"/>
                  </a:p>
                </p:txBody>
              </p:sp>
            </p:grpSp>
            <p:sp>
              <p:nvSpPr>
                <p:cNvPr id="40" name="Rectangle 56">
                  <a:extLst>
                    <a:ext uri="{FF2B5EF4-FFF2-40B4-BE49-F238E27FC236}">
                      <a16:creationId xmlns:a16="http://schemas.microsoft.com/office/drawing/2014/main" id="{6C31C1AE-B205-6A12-B5DA-33B83A0BB78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915" y="3456"/>
                  <a:ext cx="48" cy="96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zh-CN" altLang="en-US" sz="1799"/>
                </a:p>
              </p:txBody>
            </p:sp>
          </p:grpSp>
          <p:sp>
            <p:nvSpPr>
              <p:cNvPr id="37" name="AutoShape 57">
                <a:extLst>
                  <a:ext uri="{FF2B5EF4-FFF2-40B4-BE49-F238E27FC236}">
                    <a16:creationId xmlns:a16="http://schemas.microsoft.com/office/drawing/2014/main" id="{52F4B090-D2BC-A11C-3B09-9340C2F6B9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5400000">
                <a:off x="2739" y="2356"/>
                <a:ext cx="1222" cy="1178"/>
              </a:xfrm>
              <a:prstGeom prst="parallelogram">
                <a:avLst>
                  <a:gd name="adj" fmla="val 25934"/>
                </a:avLst>
              </a:prstGeom>
              <a:solidFill>
                <a:srgbClr val="CCCC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zh-CN" altLang="en-US" sz="1799"/>
              </a:p>
            </p:txBody>
          </p:sp>
          <p:sp>
            <p:nvSpPr>
              <p:cNvPr id="38" name="Line 58">
                <a:extLst>
                  <a:ext uri="{FF2B5EF4-FFF2-40B4-BE49-F238E27FC236}">
                    <a16:creationId xmlns:a16="http://schemas.microsoft.com/office/drawing/2014/main" id="{4F483591-1D45-CADB-7B7A-B2DC38DB4BA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939" y="3504"/>
                <a:ext cx="48" cy="4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799"/>
              </a:p>
            </p:txBody>
          </p:sp>
        </p:grpSp>
        <p:graphicFrame>
          <p:nvGraphicFramePr>
            <p:cNvPr id="35" name="Object 1051">
              <a:extLst>
                <a:ext uri="{FF2B5EF4-FFF2-40B4-BE49-F238E27FC236}">
                  <a16:creationId xmlns:a16="http://schemas.microsoft.com/office/drawing/2014/main" id="{1D2CBB5B-E7F2-22E9-1167-CE80B11016E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784" y="3360"/>
            <a:ext cx="176" cy="1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217" name="Equation" r:id="rId6" imgW="152280" imgH="139680" progId="Equation.3">
                    <p:embed/>
                  </p:oleObj>
                </mc:Choice>
                <mc:Fallback>
                  <p:oleObj name="Equation" r:id="rId6" imgW="152280" imgH="139680" progId="Equation.3">
                    <p:embed/>
                    <p:pic>
                      <p:nvPicPr>
                        <p:cNvPr id="27662" name="Object 105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84" y="3360"/>
                          <a:ext cx="176" cy="1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8" name="Group 60">
            <a:extLst>
              <a:ext uri="{FF2B5EF4-FFF2-40B4-BE49-F238E27FC236}">
                <a16:creationId xmlns:a16="http://schemas.microsoft.com/office/drawing/2014/main" id="{DB78AAA5-0ACE-F14A-CE1E-26C29C6C8556}"/>
              </a:ext>
            </a:extLst>
          </p:cNvPr>
          <p:cNvGrpSpPr>
            <a:grpSpLocks/>
          </p:cNvGrpSpPr>
          <p:nvPr/>
        </p:nvGrpSpPr>
        <p:grpSpPr bwMode="auto">
          <a:xfrm>
            <a:off x="1916726" y="1942537"/>
            <a:ext cx="2341704" cy="642541"/>
            <a:chOff x="816" y="2496"/>
            <a:chExt cx="1968" cy="720"/>
          </a:xfrm>
        </p:grpSpPr>
        <p:graphicFrame>
          <p:nvGraphicFramePr>
            <p:cNvPr id="59" name="Object 1050">
              <a:extLst>
                <a:ext uri="{FF2B5EF4-FFF2-40B4-BE49-F238E27FC236}">
                  <a16:creationId xmlns:a16="http://schemas.microsoft.com/office/drawing/2014/main" id="{58DF1209-BA1E-213D-36B0-D6B2577ADD2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816" y="2496"/>
            <a:ext cx="153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218" name="公式" r:id="rId8" imgW="203040" imgH="266400" progId="Equation.3">
                    <p:embed/>
                  </p:oleObj>
                </mc:Choice>
                <mc:Fallback>
                  <p:oleObj name="公式" r:id="rId8" imgW="203040" imgH="266400" progId="Equation.3">
                    <p:embed/>
                    <p:pic>
                      <p:nvPicPr>
                        <p:cNvPr id="27661" name="Object 105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16" y="2496"/>
                          <a:ext cx="153" cy="192"/>
                        </a:xfrm>
                        <a:prstGeom prst="rect">
                          <a:avLst/>
                        </a:prstGeom>
                        <a:solidFill>
                          <a:srgbClr val="FFFF00"/>
                        </a:solidFill>
                        <a:ln>
                          <a:noFill/>
                        </a:ln>
                        <a:effectLst/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60" name="Group 62">
              <a:extLst>
                <a:ext uri="{FF2B5EF4-FFF2-40B4-BE49-F238E27FC236}">
                  <a16:creationId xmlns:a16="http://schemas.microsoft.com/office/drawing/2014/main" id="{62E97657-5EBB-9E73-716D-0CE9C86DF35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08" y="2688"/>
              <a:ext cx="1776" cy="528"/>
              <a:chOff x="1056" y="2688"/>
              <a:chExt cx="1776" cy="528"/>
            </a:xfrm>
          </p:grpSpPr>
          <p:grpSp>
            <p:nvGrpSpPr>
              <p:cNvPr id="61" name="Group 63">
                <a:extLst>
                  <a:ext uri="{FF2B5EF4-FFF2-40B4-BE49-F238E27FC236}">
                    <a16:creationId xmlns:a16="http://schemas.microsoft.com/office/drawing/2014/main" id="{9FD04233-738F-5620-0F5C-9FF17FEBFDA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56" y="2688"/>
                <a:ext cx="1776" cy="192"/>
                <a:chOff x="1056" y="2688"/>
                <a:chExt cx="1776" cy="192"/>
              </a:xfrm>
            </p:grpSpPr>
            <p:sp>
              <p:nvSpPr>
                <p:cNvPr id="65" name="Line 64">
                  <a:extLst>
                    <a:ext uri="{FF2B5EF4-FFF2-40B4-BE49-F238E27FC236}">
                      <a16:creationId xmlns:a16="http://schemas.microsoft.com/office/drawing/2014/main" id="{51426274-8395-0117-457E-53EA4B236AC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056" y="2688"/>
                  <a:ext cx="1056" cy="0"/>
                </a:xfrm>
                <a:prstGeom prst="line">
                  <a:avLst/>
                </a:prstGeom>
                <a:noFill/>
                <a:ln w="9525">
                  <a:solidFill>
                    <a:srgbClr val="FFFF00"/>
                  </a:solidFill>
                  <a:round/>
                  <a:headEnd type="triangle" w="med" len="med"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799"/>
                </a:p>
              </p:txBody>
            </p:sp>
            <p:sp>
              <p:nvSpPr>
                <p:cNvPr id="66" name="Line 65">
                  <a:extLst>
                    <a:ext uri="{FF2B5EF4-FFF2-40B4-BE49-F238E27FC236}">
                      <a16:creationId xmlns:a16="http://schemas.microsoft.com/office/drawing/2014/main" id="{916ED526-88A7-AE5C-CF18-ED33A9059D2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776" y="2880"/>
                  <a:ext cx="1056" cy="0"/>
                </a:xfrm>
                <a:prstGeom prst="line">
                  <a:avLst/>
                </a:prstGeom>
                <a:noFill/>
                <a:ln w="9525">
                  <a:solidFill>
                    <a:srgbClr val="FFFF00"/>
                  </a:solidFill>
                  <a:round/>
                  <a:headEnd type="triangle" w="med" len="med"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799"/>
                </a:p>
              </p:txBody>
            </p:sp>
          </p:grpSp>
          <p:grpSp>
            <p:nvGrpSpPr>
              <p:cNvPr id="62" name="Group 66">
                <a:extLst>
                  <a:ext uri="{FF2B5EF4-FFF2-40B4-BE49-F238E27FC236}">
                    <a16:creationId xmlns:a16="http://schemas.microsoft.com/office/drawing/2014/main" id="{DF22BEE8-D261-70AB-0C05-DCCD28AFA2F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56" y="3024"/>
                <a:ext cx="1776" cy="192"/>
                <a:chOff x="1056" y="2688"/>
                <a:chExt cx="1776" cy="192"/>
              </a:xfrm>
            </p:grpSpPr>
            <p:sp>
              <p:nvSpPr>
                <p:cNvPr id="63" name="Line 67">
                  <a:extLst>
                    <a:ext uri="{FF2B5EF4-FFF2-40B4-BE49-F238E27FC236}">
                      <a16:creationId xmlns:a16="http://schemas.microsoft.com/office/drawing/2014/main" id="{E0547F8D-B553-68BD-BC2D-2BFE72FCBB6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056" y="2688"/>
                  <a:ext cx="1056" cy="0"/>
                </a:xfrm>
                <a:prstGeom prst="line">
                  <a:avLst/>
                </a:prstGeom>
                <a:noFill/>
                <a:ln w="9525">
                  <a:solidFill>
                    <a:srgbClr val="FFFF00"/>
                  </a:solidFill>
                  <a:round/>
                  <a:headEnd type="triangle" w="med" len="med"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799"/>
                </a:p>
              </p:txBody>
            </p:sp>
            <p:sp>
              <p:nvSpPr>
                <p:cNvPr id="64" name="Line 68">
                  <a:extLst>
                    <a:ext uri="{FF2B5EF4-FFF2-40B4-BE49-F238E27FC236}">
                      <a16:creationId xmlns:a16="http://schemas.microsoft.com/office/drawing/2014/main" id="{C90F6B87-058C-3C97-E87D-86E4357C1E2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776" y="2880"/>
                  <a:ext cx="1056" cy="0"/>
                </a:xfrm>
                <a:prstGeom prst="line">
                  <a:avLst/>
                </a:prstGeom>
                <a:noFill/>
                <a:ln w="9525">
                  <a:solidFill>
                    <a:srgbClr val="FFFF00"/>
                  </a:solidFill>
                  <a:round/>
                  <a:headEnd type="triangle" w="med" len="med"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799"/>
                </a:p>
              </p:txBody>
            </p:sp>
          </p:grpSp>
        </p:grpSp>
      </p:grpSp>
      <p:grpSp>
        <p:nvGrpSpPr>
          <p:cNvPr id="67" name="Group 69">
            <a:extLst>
              <a:ext uri="{FF2B5EF4-FFF2-40B4-BE49-F238E27FC236}">
                <a16:creationId xmlns:a16="http://schemas.microsoft.com/office/drawing/2014/main" id="{2CEB9151-5D7B-04E3-3B36-C512A3E773C1}"/>
              </a:ext>
            </a:extLst>
          </p:cNvPr>
          <p:cNvGrpSpPr>
            <a:grpSpLocks/>
          </p:cNvGrpSpPr>
          <p:nvPr/>
        </p:nvGrpSpPr>
        <p:grpSpPr bwMode="auto">
          <a:xfrm>
            <a:off x="2727041" y="2301289"/>
            <a:ext cx="2573732" cy="284682"/>
            <a:chOff x="1485" y="2880"/>
            <a:chExt cx="2163" cy="319"/>
          </a:xfrm>
        </p:grpSpPr>
        <p:grpSp>
          <p:nvGrpSpPr>
            <p:cNvPr id="68" name="Group 70">
              <a:extLst>
                <a:ext uri="{FF2B5EF4-FFF2-40B4-BE49-F238E27FC236}">
                  <a16:creationId xmlns:a16="http://schemas.microsoft.com/office/drawing/2014/main" id="{A5F448A6-48B1-C15F-7C92-43155A6B132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24" y="2880"/>
              <a:ext cx="624" cy="319"/>
              <a:chOff x="3336" y="1171"/>
              <a:chExt cx="624" cy="319"/>
            </a:xfrm>
          </p:grpSpPr>
          <p:sp>
            <p:nvSpPr>
              <p:cNvPr id="75" name="Freeform 71">
                <a:extLst>
                  <a:ext uri="{FF2B5EF4-FFF2-40B4-BE49-F238E27FC236}">
                    <a16:creationId xmlns:a16="http://schemas.microsoft.com/office/drawing/2014/main" id="{4B8CB964-298C-67AE-1B54-E52155C91C4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36" y="1171"/>
                <a:ext cx="624" cy="319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502" y="0"/>
                  </a:cxn>
                  <a:cxn ang="0">
                    <a:pos x="554" y="56"/>
                  </a:cxn>
                  <a:cxn ang="0">
                    <a:pos x="580" y="136"/>
                  </a:cxn>
                  <a:cxn ang="0">
                    <a:pos x="562" y="133"/>
                  </a:cxn>
                  <a:cxn ang="0">
                    <a:pos x="512" y="238"/>
                  </a:cxn>
                  <a:cxn ang="0">
                    <a:pos x="0" y="240"/>
                  </a:cxn>
                  <a:cxn ang="0">
                    <a:pos x="0" y="0"/>
                  </a:cxn>
                </a:cxnLst>
                <a:rect l="0" t="0" r="r" b="b"/>
                <a:pathLst>
                  <a:path w="580" h="240">
                    <a:moveTo>
                      <a:pt x="0" y="0"/>
                    </a:moveTo>
                    <a:lnTo>
                      <a:pt x="502" y="0"/>
                    </a:lnTo>
                    <a:lnTo>
                      <a:pt x="554" y="56"/>
                    </a:lnTo>
                    <a:lnTo>
                      <a:pt x="580" y="136"/>
                    </a:lnTo>
                    <a:lnTo>
                      <a:pt x="562" y="133"/>
                    </a:lnTo>
                    <a:lnTo>
                      <a:pt x="512" y="238"/>
                    </a:lnTo>
                    <a:lnTo>
                      <a:pt x="0" y="24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50000">
                    <a:schemeClr val="accent1">
                      <a:gamma/>
                      <a:tint val="13333"/>
                      <a:invGamma/>
                    </a:schemeClr>
                  </a:gs>
                  <a:gs pos="100000">
                    <a:schemeClr val="accent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zh-CN" altLang="en-US" sz="1799"/>
              </a:p>
            </p:txBody>
          </p:sp>
          <p:sp>
            <p:nvSpPr>
              <p:cNvPr id="76" name="Oval 72">
                <a:extLst>
                  <a:ext uri="{FF2B5EF4-FFF2-40B4-BE49-F238E27FC236}">
                    <a16:creationId xmlns:a16="http://schemas.microsoft.com/office/drawing/2014/main" id="{69E8AB1C-E563-8618-2324-97ADE55BEDE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20" y="1171"/>
                <a:ext cx="240" cy="319"/>
              </a:xfrm>
              <a:prstGeom prst="ellipse">
                <a:avLst/>
              </a:prstGeom>
              <a:solidFill>
                <a:schemeClr val="hlink">
                  <a:alpha val="50195"/>
                </a:schemeClr>
              </a:solidFill>
              <a:ln w="9525">
                <a:solidFill>
                  <a:srgbClr val="000000"/>
                </a:solidFill>
                <a:prstDash val="dash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1799"/>
              </a:p>
            </p:txBody>
          </p:sp>
        </p:grpSp>
        <p:grpSp>
          <p:nvGrpSpPr>
            <p:cNvPr id="69" name="Group 73">
              <a:extLst>
                <a:ext uri="{FF2B5EF4-FFF2-40B4-BE49-F238E27FC236}">
                  <a16:creationId xmlns:a16="http://schemas.microsoft.com/office/drawing/2014/main" id="{B4732AE8-56D3-1548-9024-A4B1C81E4E0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85" y="2889"/>
              <a:ext cx="1114" cy="286"/>
              <a:chOff x="1488" y="2901"/>
              <a:chExt cx="1114" cy="286"/>
            </a:xfrm>
          </p:grpSpPr>
          <p:grpSp>
            <p:nvGrpSpPr>
              <p:cNvPr id="70" name="Group 74">
                <a:extLst>
                  <a:ext uri="{FF2B5EF4-FFF2-40B4-BE49-F238E27FC236}">
                    <a16:creationId xmlns:a16="http://schemas.microsoft.com/office/drawing/2014/main" id="{A47A8D8E-319C-4D24-10E9-870D29408DB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88" y="2901"/>
                <a:ext cx="1114" cy="286"/>
                <a:chOff x="228" y="753"/>
                <a:chExt cx="1114" cy="286"/>
              </a:xfrm>
            </p:grpSpPr>
            <p:sp>
              <p:nvSpPr>
                <p:cNvPr id="72" name="Freeform 75">
                  <a:extLst>
                    <a:ext uri="{FF2B5EF4-FFF2-40B4-BE49-F238E27FC236}">
                      <a16:creationId xmlns:a16="http://schemas.microsoft.com/office/drawing/2014/main" id="{CC01B579-BE1A-5B80-A3E1-6414E867873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36" y="759"/>
                  <a:ext cx="1006" cy="280"/>
                </a:xfrm>
                <a:custGeom>
                  <a:avLst/>
                  <a:gdLst/>
                  <a:ahLst/>
                  <a:cxnLst>
                    <a:cxn ang="0">
                      <a:pos x="14" y="0"/>
                    </a:cxn>
                    <a:cxn ang="0">
                      <a:pos x="910" y="1"/>
                    </a:cxn>
                    <a:cxn ang="0">
                      <a:pos x="1006" y="97"/>
                    </a:cxn>
                    <a:cxn ang="0">
                      <a:pos x="958" y="193"/>
                    </a:cxn>
                    <a:cxn ang="0">
                      <a:pos x="1006" y="97"/>
                    </a:cxn>
                    <a:cxn ang="0">
                      <a:pos x="958" y="241"/>
                    </a:cxn>
                    <a:cxn ang="0">
                      <a:pos x="862" y="289"/>
                    </a:cxn>
                    <a:cxn ang="0">
                      <a:pos x="0" y="295"/>
                    </a:cxn>
                    <a:cxn ang="0">
                      <a:pos x="111" y="210"/>
                    </a:cxn>
                    <a:cxn ang="0">
                      <a:pos x="124" y="130"/>
                    </a:cxn>
                    <a:cxn ang="0">
                      <a:pos x="14" y="0"/>
                    </a:cxn>
                  </a:cxnLst>
                  <a:rect l="0" t="0" r="r" b="b"/>
                  <a:pathLst>
                    <a:path w="1006" h="295">
                      <a:moveTo>
                        <a:pt x="14" y="0"/>
                      </a:moveTo>
                      <a:lnTo>
                        <a:pt x="910" y="1"/>
                      </a:lnTo>
                      <a:lnTo>
                        <a:pt x="1006" y="97"/>
                      </a:lnTo>
                      <a:lnTo>
                        <a:pt x="958" y="193"/>
                      </a:lnTo>
                      <a:lnTo>
                        <a:pt x="1006" y="97"/>
                      </a:lnTo>
                      <a:lnTo>
                        <a:pt x="958" y="241"/>
                      </a:lnTo>
                      <a:lnTo>
                        <a:pt x="862" y="289"/>
                      </a:lnTo>
                      <a:lnTo>
                        <a:pt x="0" y="295"/>
                      </a:lnTo>
                      <a:lnTo>
                        <a:pt x="111" y="210"/>
                      </a:lnTo>
                      <a:lnTo>
                        <a:pt x="124" y="130"/>
                      </a:lnTo>
                      <a:lnTo>
                        <a:pt x="14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chemeClr val="accent1"/>
                    </a:gs>
                    <a:gs pos="50000">
                      <a:schemeClr val="accent1">
                        <a:gamma/>
                        <a:tint val="10196"/>
                        <a:invGamma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pPr>
                    <a:defRPr/>
                  </a:pPr>
                  <a:endParaRPr lang="zh-CN" altLang="en-US" sz="1799"/>
                </a:p>
              </p:txBody>
            </p:sp>
            <p:sp>
              <p:nvSpPr>
                <p:cNvPr id="73" name="Oval 76">
                  <a:extLst>
                    <a:ext uri="{FF2B5EF4-FFF2-40B4-BE49-F238E27FC236}">
                      <a16:creationId xmlns:a16="http://schemas.microsoft.com/office/drawing/2014/main" id="{AAFE695F-F95C-75E4-97BE-415F88A78AE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41" y="753"/>
                  <a:ext cx="288" cy="274"/>
                </a:xfrm>
                <a:prstGeom prst="ellipse">
                  <a:avLst/>
                </a:prstGeom>
                <a:solidFill>
                  <a:srgbClr val="9999FF">
                    <a:alpha val="50195"/>
                  </a:srgbClr>
                </a:solidFill>
                <a:ln w="9525">
                  <a:solidFill>
                    <a:srgbClr val="000000"/>
                  </a:solidFill>
                  <a:prstDash val="dash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1799"/>
                </a:p>
              </p:txBody>
            </p:sp>
            <p:sp>
              <p:nvSpPr>
                <p:cNvPr id="74" name="Oval 77">
                  <a:extLst>
                    <a:ext uri="{FF2B5EF4-FFF2-40B4-BE49-F238E27FC236}">
                      <a16:creationId xmlns:a16="http://schemas.microsoft.com/office/drawing/2014/main" id="{C40F7A57-1AB6-5FE7-8017-E2CC19BD3FE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28" y="768"/>
                  <a:ext cx="240" cy="266"/>
                </a:xfrm>
                <a:prstGeom prst="ellipse">
                  <a:avLst/>
                </a:prstGeom>
                <a:solidFill>
                  <a:srgbClr val="C0C0C0"/>
                </a:solidFill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1799"/>
                </a:p>
              </p:txBody>
            </p:sp>
          </p:grpSp>
          <p:graphicFrame>
            <p:nvGraphicFramePr>
              <p:cNvPr id="71" name="Object 1049">
                <a:extLst>
                  <a:ext uri="{FF2B5EF4-FFF2-40B4-BE49-F238E27FC236}">
                    <a16:creationId xmlns:a16="http://schemas.microsoft.com/office/drawing/2014/main" id="{1D4E3135-9AB3-8C47-CD1E-6D0CE7709911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2331" y="2955"/>
              <a:ext cx="192" cy="14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219" name="公式" r:id="rId9" imgW="279360" imgH="228600" progId="Equation.3">
                      <p:embed/>
                    </p:oleObj>
                  </mc:Choice>
                  <mc:Fallback>
                    <p:oleObj name="公式" r:id="rId9" imgW="279360" imgH="228600" progId="Equation.3">
                      <p:embed/>
                      <p:pic>
                        <p:nvPicPr>
                          <p:cNvPr id="27660" name="Object 1049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331" y="2955"/>
                            <a:ext cx="192" cy="149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pSp>
        <p:nvGrpSpPr>
          <p:cNvPr id="77" name="Group 79">
            <a:extLst>
              <a:ext uri="{FF2B5EF4-FFF2-40B4-BE49-F238E27FC236}">
                <a16:creationId xmlns:a16="http://schemas.microsoft.com/office/drawing/2014/main" id="{70D1F745-2FAF-69D1-0E19-748559E98367}"/>
              </a:ext>
            </a:extLst>
          </p:cNvPr>
          <p:cNvGrpSpPr>
            <a:grpSpLocks/>
          </p:cNvGrpSpPr>
          <p:nvPr/>
        </p:nvGrpSpPr>
        <p:grpSpPr bwMode="auto">
          <a:xfrm>
            <a:off x="5066369" y="2122803"/>
            <a:ext cx="449779" cy="526526"/>
            <a:chOff x="4317" y="2128"/>
            <a:chExt cx="378" cy="590"/>
          </a:xfrm>
        </p:grpSpPr>
        <p:sp>
          <p:nvSpPr>
            <p:cNvPr id="78" name="Text Box 80">
              <a:extLst>
                <a:ext uri="{FF2B5EF4-FFF2-40B4-BE49-F238E27FC236}">
                  <a16:creationId xmlns:a16="http://schemas.microsoft.com/office/drawing/2014/main" id="{445A92A1-03ED-48A7-FDA1-F4413E03CEA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43" y="2128"/>
              <a:ext cx="252" cy="4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华文中宋" pitchFamily="2" charset="-12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华文中宋" pitchFamily="2" charset="-12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华文中宋" pitchFamily="2" charset="-12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华文中宋" pitchFamily="2" charset="-12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华文中宋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华文中宋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华文中宋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华文中宋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华文中宋" pitchFamily="2" charset="-122"/>
                </a:defRPr>
              </a:lvl9pPr>
            </a:lstStyle>
            <a:p>
              <a:pPr algn="ctr" eaLnBrk="1" hangingPunct="1"/>
              <a:r>
                <a:rPr lang="en-US" altLang="zh-CN" sz="1799" dirty="0">
                  <a:solidFill>
                    <a:srgbClr val="FFFF00"/>
                  </a:solidFill>
                  <a:ea typeface="宋体" pitchFamily="2" charset="-122"/>
                </a:rPr>
                <a:t>p</a:t>
              </a:r>
            </a:p>
          </p:txBody>
        </p:sp>
        <p:sp>
          <p:nvSpPr>
            <p:cNvPr id="79" name="Text Box 81">
              <a:extLst>
                <a:ext uri="{FF2B5EF4-FFF2-40B4-BE49-F238E27FC236}">
                  <a16:creationId xmlns:a16="http://schemas.microsoft.com/office/drawing/2014/main" id="{D9E4C893-838D-5233-1AC6-3AFBFBC25C7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17" y="2304"/>
              <a:ext cx="220" cy="4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华文中宋" pitchFamily="2" charset="-12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华文中宋" pitchFamily="2" charset="-12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华文中宋" pitchFamily="2" charset="-12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华文中宋" pitchFamily="2" charset="-12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华文中宋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华文中宋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华文中宋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华文中宋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华文中宋" pitchFamily="2" charset="-122"/>
                </a:defRPr>
              </a:lvl9pPr>
            </a:lstStyle>
            <a:p>
              <a:pPr algn="ctr" eaLnBrk="1" hangingPunct="1"/>
              <a:r>
                <a:rPr lang="en-US" altLang="zh-CN" sz="1799" b="1">
                  <a:ea typeface="宋体" pitchFamily="2" charset="-122"/>
                </a:rPr>
                <a:t>·</a:t>
              </a:r>
            </a:p>
          </p:txBody>
        </p:sp>
      </p:grpSp>
      <p:grpSp>
        <p:nvGrpSpPr>
          <p:cNvPr id="80" name="Group 82">
            <a:extLst>
              <a:ext uri="{FF2B5EF4-FFF2-40B4-BE49-F238E27FC236}">
                <a16:creationId xmlns:a16="http://schemas.microsoft.com/office/drawing/2014/main" id="{25C4AA3D-2346-A4BB-BAEF-B43E6219A654}"/>
              </a:ext>
            </a:extLst>
          </p:cNvPr>
          <p:cNvGrpSpPr>
            <a:grpSpLocks/>
          </p:cNvGrpSpPr>
          <p:nvPr/>
        </p:nvGrpSpPr>
        <p:grpSpPr bwMode="auto">
          <a:xfrm>
            <a:off x="2766309" y="2295934"/>
            <a:ext cx="2491630" cy="282004"/>
            <a:chOff x="1920" y="3072"/>
            <a:chExt cx="2094" cy="316"/>
          </a:xfrm>
        </p:grpSpPr>
        <p:graphicFrame>
          <p:nvGraphicFramePr>
            <p:cNvPr id="81" name="Object 1045">
              <a:extLst>
                <a:ext uri="{FF2B5EF4-FFF2-40B4-BE49-F238E27FC236}">
                  <a16:creationId xmlns:a16="http://schemas.microsoft.com/office/drawing/2014/main" id="{178E70AF-5874-A215-ACDE-1518DB1D848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920" y="3168"/>
            <a:ext cx="168" cy="14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220" name="公式" r:id="rId11" imgW="330120" imgH="304560" progId="Equation.3">
                    <p:embed/>
                  </p:oleObj>
                </mc:Choice>
                <mc:Fallback>
                  <p:oleObj name="公式" r:id="rId11" imgW="330120" imgH="304560" progId="Equation.3">
                    <p:embed/>
                    <p:pic>
                      <p:nvPicPr>
                        <p:cNvPr id="27656" name="Object 104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20" y="3168"/>
                          <a:ext cx="168" cy="14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2" name="Object 1046">
              <a:extLst>
                <a:ext uri="{FF2B5EF4-FFF2-40B4-BE49-F238E27FC236}">
                  <a16:creationId xmlns:a16="http://schemas.microsoft.com/office/drawing/2014/main" id="{5E3B8E75-B2C1-9F12-AC6B-5801881DD54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822" y="3216"/>
            <a:ext cx="192" cy="1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221" name="Equation" r:id="rId13" imgW="241200" imgH="228600" progId="Equation.3">
                    <p:embed/>
                  </p:oleObj>
                </mc:Choice>
                <mc:Fallback>
                  <p:oleObj name="Equation" r:id="rId13" imgW="241200" imgH="228600" progId="Equation.3">
                    <p:embed/>
                    <p:pic>
                      <p:nvPicPr>
                        <p:cNvPr id="27657" name="Object 104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22" y="3216"/>
                          <a:ext cx="192" cy="1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3" name="Object 1047">
              <a:extLst>
                <a:ext uri="{FF2B5EF4-FFF2-40B4-BE49-F238E27FC236}">
                  <a16:creationId xmlns:a16="http://schemas.microsoft.com/office/drawing/2014/main" id="{F90E561A-2175-9195-F958-3036B8F8B02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112" y="3072"/>
            <a:ext cx="216" cy="20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222" name="公式" r:id="rId15" imgW="304560" imgH="304560" progId="Equation.3">
                    <p:embed/>
                  </p:oleObj>
                </mc:Choice>
                <mc:Fallback>
                  <p:oleObj name="公式" r:id="rId15" imgW="304560" imgH="304560" progId="Equation.3">
                    <p:embed/>
                    <p:pic>
                      <p:nvPicPr>
                        <p:cNvPr id="27658" name="Object 104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12" y="3072"/>
                          <a:ext cx="216" cy="20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4" name="Object 1048">
              <a:extLst>
                <a:ext uri="{FF2B5EF4-FFF2-40B4-BE49-F238E27FC236}">
                  <a16:creationId xmlns:a16="http://schemas.microsoft.com/office/drawing/2014/main" id="{6560BF97-8BF2-33DB-13E4-CB2D32CD0C1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612" y="3072"/>
            <a:ext cx="216" cy="20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223" name="公式" r:id="rId17" imgW="304560" imgH="304560" progId="Equation.3">
                    <p:embed/>
                  </p:oleObj>
                </mc:Choice>
                <mc:Fallback>
                  <p:oleObj name="公式" r:id="rId17" imgW="304560" imgH="304560" progId="Equation.3">
                    <p:embed/>
                    <p:pic>
                      <p:nvPicPr>
                        <p:cNvPr id="27659" name="Object 104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12" y="3072"/>
                          <a:ext cx="216" cy="20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85" name="Group 87">
            <a:extLst>
              <a:ext uri="{FF2B5EF4-FFF2-40B4-BE49-F238E27FC236}">
                <a16:creationId xmlns:a16="http://schemas.microsoft.com/office/drawing/2014/main" id="{5083D379-7F3A-37A5-B889-1C7B4646DE52}"/>
              </a:ext>
            </a:extLst>
          </p:cNvPr>
          <p:cNvGrpSpPr>
            <a:grpSpLocks/>
          </p:cNvGrpSpPr>
          <p:nvPr/>
        </p:nvGrpSpPr>
        <p:grpSpPr bwMode="auto">
          <a:xfrm>
            <a:off x="2195161" y="2451215"/>
            <a:ext cx="649680" cy="177592"/>
            <a:chOff x="1440" y="3246"/>
            <a:chExt cx="546" cy="199"/>
          </a:xfrm>
        </p:grpSpPr>
        <p:graphicFrame>
          <p:nvGraphicFramePr>
            <p:cNvPr id="86" name="Object 1044">
              <a:extLst>
                <a:ext uri="{FF2B5EF4-FFF2-40B4-BE49-F238E27FC236}">
                  <a16:creationId xmlns:a16="http://schemas.microsoft.com/office/drawing/2014/main" id="{02E5D6B0-7303-026C-7E7D-614AFB27CF6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440" y="3264"/>
            <a:ext cx="172" cy="1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224" name="公式" r:id="rId18" imgW="228600" imgH="253800" progId="Equation.3">
                    <p:embed/>
                  </p:oleObj>
                </mc:Choice>
                <mc:Fallback>
                  <p:oleObj name="公式" r:id="rId18" imgW="228600" imgH="253800" progId="Equation.3">
                    <p:embed/>
                    <p:pic>
                      <p:nvPicPr>
                        <p:cNvPr id="27655" name="Object 104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40" y="3264"/>
                          <a:ext cx="172" cy="181"/>
                        </a:xfrm>
                        <a:prstGeom prst="rect">
                          <a:avLst/>
                        </a:prstGeom>
                        <a:solidFill>
                          <a:srgbClr val="FF9966"/>
                        </a:solidFill>
                        <a:ln>
                          <a:noFill/>
                        </a:ln>
                        <a:effectLst/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7" name="Line 89">
              <a:extLst>
                <a:ext uri="{FF2B5EF4-FFF2-40B4-BE49-F238E27FC236}">
                  <a16:creationId xmlns:a16="http://schemas.microsoft.com/office/drawing/2014/main" id="{07C60F3B-45F5-63F8-537D-F589AE41EE6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02" y="3246"/>
              <a:ext cx="384" cy="0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799"/>
            </a:p>
          </p:txBody>
        </p:sp>
      </p:grpSp>
      <p:grpSp>
        <p:nvGrpSpPr>
          <p:cNvPr id="88" name="Group 90">
            <a:extLst>
              <a:ext uri="{FF2B5EF4-FFF2-40B4-BE49-F238E27FC236}">
                <a16:creationId xmlns:a16="http://schemas.microsoft.com/office/drawing/2014/main" id="{29AF8D28-D202-C65F-340E-B36FD174EDC2}"/>
              </a:ext>
            </a:extLst>
          </p:cNvPr>
          <p:cNvGrpSpPr>
            <a:grpSpLocks/>
          </p:cNvGrpSpPr>
          <p:nvPr/>
        </p:nvGrpSpPr>
        <p:grpSpPr bwMode="auto">
          <a:xfrm>
            <a:off x="5211533" y="2381606"/>
            <a:ext cx="729402" cy="161528"/>
            <a:chOff x="3975" y="3168"/>
            <a:chExt cx="613" cy="181"/>
          </a:xfrm>
        </p:grpSpPr>
        <p:graphicFrame>
          <p:nvGraphicFramePr>
            <p:cNvPr id="89" name="Object 1043">
              <a:extLst>
                <a:ext uri="{FF2B5EF4-FFF2-40B4-BE49-F238E27FC236}">
                  <a16:creationId xmlns:a16="http://schemas.microsoft.com/office/drawing/2014/main" id="{3A714274-6020-10D8-AE6F-A83D837E00B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416" y="3168"/>
            <a:ext cx="172" cy="1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225" name="公式" r:id="rId20" imgW="228600" imgH="253800" progId="Equation.3">
                    <p:embed/>
                  </p:oleObj>
                </mc:Choice>
                <mc:Fallback>
                  <p:oleObj name="公式" r:id="rId20" imgW="228600" imgH="253800" progId="Equation.3">
                    <p:embed/>
                    <p:pic>
                      <p:nvPicPr>
                        <p:cNvPr id="27654" name="Object 104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16" y="3168"/>
                          <a:ext cx="172" cy="181"/>
                        </a:xfrm>
                        <a:prstGeom prst="rect">
                          <a:avLst/>
                        </a:prstGeom>
                        <a:solidFill>
                          <a:srgbClr val="FF9966"/>
                        </a:solidFill>
                        <a:ln>
                          <a:noFill/>
                        </a:ln>
                        <a:effectLst/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0" name="Line 92">
              <a:extLst>
                <a:ext uri="{FF2B5EF4-FFF2-40B4-BE49-F238E27FC236}">
                  <a16:creationId xmlns:a16="http://schemas.microsoft.com/office/drawing/2014/main" id="{565AB29F-1B97-19D1-CE47-247FF429602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75" y="3228"/>
              <a:ext cx="384" cy="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799"/>
            </a:p>
          </p:txBody>
        </p:sp>
      </p:grpSp>
      <p:grpSp>
        <p:nvGrpSpPr>
          <p:cNvPr id="91" name="Group 93">
            <a:extLst>
              <a:ext uri="{FF2B5EF4-FFF2-40B4-BE49-F238E27FC236}">
                <a16:creationId xmlns:a16="http://schemas.microsoft.com/office/drawing/2014/main" id="{80CC5F7C-72E9-328F-E065-1F405F041FCF}"/>
              </a:ext>
            </a:extLst>
          </p:cNvPr>
          <p:cNvGrpSpPr>
            <a:grpSpLocks/>
          </p:cNvGrpSpPr>
          <p:nvPr/>
        </p:nvGrpSpPr>
        <p:grpSpPr bwMode="auto">
          <a:xfrm>
            <a:off x="3133984" y="1945214"/>
            <a:ext cx="571147" cy="771049"/>
            <a:chOff x="816" y="720"/>
            <a:chExt cx="480" cy="864"/>
          </a:xfrm>
        </p:grpSpPr>
        <p:graphicFrame>
          <p:nvGraphicFramePr>
            <p:cNvPr id="92" name="Object 1042">
              <a:extLst>
                <a:ext uri="{FF2B5EF4-FFF2-40B4-BE49-F238E27FC236}">
                  <a16:creationId xmlns:a16="http://schemas.microsoft.com/office/drawing/2014/main" id="{504B3CC2-A880-A54C-CF9B-042120B6C23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011" y="720"/>
            <a:ext cx="150" cy="2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226" name="公式" r:id="rId21" imgW="228600" imgH="253800" progId="Equation.3">
                    <p:embed/>
                  </p:oleObj>
                </mc:Choice>
                <mc:Fallback>
                  <p:oleObj name="公式" r:id="rId21" imgW="228600" imgH="253800" progId="Equation.3">
                    <p:embed/>
                    <p:pic>
                      <p:nvPicPr>
                        <p:cNvPr id="27653" name="Object 104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11" y="720"/>
                          <a:ext cx="150" cy="2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93" name="Group 95">
              <a:extLst>
                <a:ext uri="{FF2B5EF4-FFF2-40B4-BE49-F238E27FC236}">
                  <a16:creationId xmlns:a16="http://schemas.microsoft.com/office/drawing/2014/main" id="{8AC5D7A8-F5F5-9819-2ADB-71024CA44EF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60" y="932"/>
              <a:ext cx="212" cy="652"/>
              <a:chOff x="1920" y="3264"/>
              <a:chExt cx="212" cy="624"/>
            </a:xfrm>
          </p:grpSpPr>
          <p:sp>
            <p:nvSpPr>
              <p:cNvPr id="98" name="Line 96">
                <a:extLst>
                  <a:ext uri="{FF2B5EF4-FFF2-40B4-BE49-F238E27FC236}">
                    <a16:creationId xmlns:a16="http://schemas.microsoft.com/office/drawing/2014/main" id="{8C78F795-E2A4-DF08-341E-9E55548BB1D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016" y="3264"/>
                <a:ext cx="0" cy="176"/>
              </a:xfrm>
              <a:prstGeom prst="line">
                <a:avLst/>
              </a:prstGeom>
              <a:noFill/>
              <a:ln w="9525">
                <a:solidFill>
                  <a:srgbClr val="333399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799"/>
              </a:p>
            </p:txBody>
          </p:sp>
          <p:sp>
            <p:nvSpPr>
              <p:cNvPr id="99" name="Line 97">
                <a:extLst>
                  <a:ext uri="{FF2B5EF4-FFF2-40B4-BE49-F238E27FC236}">
                    <a16:creationId xmlns:a16="http://schemas.microsoft.com/office/drawing/2014/main" id="{3B8E0A9F-5F37-BDEF-646C-B144B7BB867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016" y="3712"/>
                <a:ext cx="0" cy="176"/>
              </a:xfrm>
              <a:prstGeom prst="line">
                <a:avLst/>
              </a:prstGeom>
              <a:noFill/>
              <a:ln w="9525">
                <a:solidFill>
                  <a:srgbClr val="333399"/>
                </a:solidFill>
                <a:round/>
                <a:headEnd type="triangle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799"/>
              </a:p>
            </p:txBody>
          </p:sp>
          <p:sp>
            <p:nvSpPr>
              <p:cNvPr id="100" name="Oval 98">
                <a:extLst>
                  <a:ext uri="{FF2B5EF4-FFF2-40B4-BE49-F238E27FC236}">
                    <a16:creationId xmlns:a16="http://schemas.microsoft.com/office/drawing/2014/main" id="{32D2A4B9-DD14-9C99-95B2-2760CEEC00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20" y="3456"/>
                <a:ext cx="212" cy="264"/>
              </a:xfrm>
              <a:prstGeom prst="ellipse">
                <a:avLst/>
              </a:prstGeom>
              <a:solidFill>
                <a:srgbClr val="9999FF">
                  <a:alpha val="50195"/>
                </a:srgbClr>
              </a:solidFill>
              <a:ln w="9525">
                <a:solidFill>
                  <a:srgbClr val="333399"/>
                </a:solidFill>
                <a:prstDash val="dash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1799"/>
              </a:p>
            </p:txBody>
          </p:sp>
        </p:grpSp>
        <p:sp>
          <p:nvSpPr>
            <p:cNvPr id="94" name="Line 99">
              <a:extLst>
                <a:ext uri="{FF2B5EF4-FFF2-40B4-BE49-F238E27FC236}">
                  <a16:creationId xmlns:a16="http://schemas.microsoft.com/office/drawing/2014/main" id="{0CC5A50D-1013-843B-20D8-138F70106D8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43" y="1364"/>
              <a:ext cx="96" cy="106"/>
            </a:xfrm>
            <a:prstGeom prst="line">
              <a:avLst/>
            </a:prstGeom>
            <a:noFill/>
            <a:ln w="9525">
              <a:solidFill>
                <a:srgbClr val="333399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799"/>
            </a:p>
          </p:txBody>
        </p:sp>
        <p:sp>
          <p:nvSpPr>
            <p:cNvPr id="95" name="Line 100">
              <a:extLst>
                <a:ext uri="{FF2B5EF4-FFF2-40B4-BE49-F238E27FC236}">
                  <a16:creationId xmlns:a16="http://schemas.microsoft.com/office/drawing/2014/main" id="{5B47C9CA-4881-4A59-4B3E-9362CB71426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816" y="1103"/>
              <a:ext cx="144" cy="106"/>
            </a:xfrm>
            <a:prstGeom prst="line">
              <a:avLst/>
            </a:prstGeom>
            <a:noFill/>
            <a:ln w="9525">
              <a:solidFill>
                <a:srgbClr val="333399"/>
              </a:solidFill>
              <a:prstDash val="dash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799"/>
            </a:p>
          </p:txBody>
        </p:sp>
        <p:sp>
          <p:nvSpPr>
            <p:cNvPr id="96" name="Line 101">
              <a:extLst>
                <a:ext uri="{FF2B5EF4-FFF2-40B4-BE49-F238E27FC236}">
                  <a16:creationId xmlns:a16="http://schemas.microsoft.com/office/drawing/2014/main" id="{2E7391EE-3BA6-3BFC-6AB7-985314A0BD4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152" y="1090"/>
              <a:ext cx="144" cy="106"/>
            </a:xfrm>
            <a:prstGeom prst="line">
              <a:avLst/>
            </a:prstGeom>
            <a:noFill/>
            <a:ln w="9525">
              <a:solidFill>
                <a:srgbClr val="333399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799"/>
            </a:p>
          </p:txBody>
        </p:sp>
        <p:sp>
          <p:nvSpPr>
            <p:cNvPr id="97" name="Line 102">
              <a:extLst>
                <a:ext uri="{FF2B5EF4-FFF2-40B4-BE49-F238E27FC236}">
                  <a16:creationId xmlns:a16="http://schemas.microsoft.com/office/drawing/2014/main" id="{0A0D4435-A3B7-7068-5F70-0B31B24E70C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16" y="1354"/>
              <a:ext cx="144" cy="106"/>
            </a:xfrm>
            <a:prstGeom prst="line">
              <a:avLst/>
            </a:prstGeom>
            <a:noFill/>
            <a:ln w="9525">
              <a:solidFill>
                <a:srgbClr val="333399"/>
              </a:solidFill>
              <a:prstDash val="dash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799"/>
            </a:p>
          </p:txBody>
        </p:sp>
      </p:grpSp>
      <p:grpSp>
        <p:nvGrpSpPr>
          <p:cNvPr id="101" name="Group 103">
            <a:extLst>
              <a:ext uri="{FF2B5EF4-FFF2-40B4-BE49-F238E27FC236}">
                <a16:creationId xmlns:a16="http://schemas.microsoft.com/office/drawing/2014/main" id="{7CF0AED8-0779-4EF3-BC37-9D1DF8C1FE29}"/>
              </a:ext>
            </a:extLst>
          </p:cNvPr>
          <p:cNvGrpSpPr>
            <a:grpSpLocks/>
          </p:cNvGrpSpPr>
          <p:nvPr/>
        </p:nvGrpSpPr>
        <p:grpSpPr bwMode="auto">
          <a:xfrm>
            <a:off x="4436913" y="1915765"/>
            <a:ext cx="571147" cy="819239"/>
            <a:chOff x="816" y="720"/>
            <a:chExt cx="480" cy="864"/>
          </a:xfrm>
        </p:grpSpPr>
        <p:graphicFrame>
          <p:nvGraphicFramePr>
            <p:cNvPr id="102" name="Object 1041">
              <a:extLst>
                <a:ext uri="{FF2B5EF4-FFF2-40B4-BE49-F238E27FC236}">
                  <a16:creationId xmlns:a16="http://schemas.microsoft.com/office/drawing/2014/main" id="{4E42F2CB-E62A-66A5-3458-638893EDC2C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011" y="720"/>
            <a:ext cx="150" cy="2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227" name="公式" r:id="rId22" imgW="228600" imgH="253800" progId="Equation.3">
                    <p:embed/>
                  </p:oleObj>
                </mc:Choice>
                <mc:Fallback>
                  <p:oleObj name="公式" r:id="rId22" imgW="228600" imgH="253800" progId="Equation.3">
                    <p:embed/>
                    <p:pic>
                      <p:nvPicPr>
                        <p:cNvPr id="27652" name="Object 104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11" y="720"/>
                          <a:ext cx="150" cy="2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103" name="Group 105">
              <a:extLst>
                <a:ext uri="{FF2B5EF4-FFF2-40B4-BE49-F238E27FC236}">
                  <a16:creationId xmlns:a16="http://schemas.microsoft.com/office/drawing/2014/main" id="{E4DEC5C3-401A-98F0-E5F7-ED375784CCE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60" y="932"/>
              <a:ext cx="212" cy="652"/>
              <a:chOff x="1920" y="3264"/>
              <a:chExt cx="212" cy="624"/>
            </a:xfrm>
          </p:grpSpPr>
          <p:sp>
            <p:nvSpPr>
              <p:cNvPr id="108" name="Line 106">
                <a:extLst>
                  <a:ext uri="{FF2B5EF4-FFF2-40B4-BE49-F238E27FC236}">
                    <a16:creationId xmlns:a16="http://schemas.microsoft.com/office/drawing/2014/main" id="{DBEC91A2-AD1E-5AD2-E55B-2AE3F8AE4FC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016" y="3264"/>
                <a:ext cx="0" cy="176"/>
              </a:xfrm>
              <a:prstGeom prst="line">
                <a:avLst/>
              </a:prstGeom>
              <a:noFill/>
              <a:ln w="9525">
                <a:solidFill>
                  <a:srgbClr val="333399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799"/>
              </a:p>
            </p:txBody>
          </p:sp>
          <p:sp>
            <p:nvSpPr>
              <p:cNvPr id="109" name="Line 107">
                <a:extLst>
                  <a:ext uri="{FF2B5EF4-FFF2-40B4-BE49-F238E27FC236}">
                    <a16:creationId xmlns:a16="http://schemas.microsoft.com/office/drawing/2014/main" id="{B2F0F68C-B465-D465-A46C-13662F35A7E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016" y="3712"/>
                <a:ext cx="0" cy="176"/>
              </a:xfrm>
              <a:prstGeom prst="line">
                <a:avLst/>
              </a:prstGeom>
              <a:noFill/>
              <a:ln w="9525">
                <a:solidFill>
                  <a:srgbClr val="333399"/>
                </a:solidFill>
                <a:round/>
                <a:headEnd type="triangle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799"/>
              </a:p>
            </p:txBody>
          </p:sp>
          <p:sp>
            <p:nvSpPr>
              <p:cNvPr id="110" name="Oval 108">
                <a:extLst>
                  <a:ext uri="{FF2B5EF4-FFF2-40B4-BE49-F238E27FC236}">
                    <a16:creationId xmlns:a16="http://schemas.microsoft.com/office/drawing/2014/main" id="{4EB67CF3-7499-31F7-7DD6-697E06B3F6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20" y="3456"/>
                <a:ext cx="212" cy="264"/>
              </a:xfrm>
              <a:prstGeom prst="ellipse">
                <a:avLst/>
              </a:prstGeom>
              <a:solidFill>
                <a:srgbClr val="9999FF">
                  <a:alpha val="50195"/>
                </a:srgbClr>
              </a:solidFill>
              <a:ln w="9525">
                <a:solidFill>
                  <a:srgbClr val="333399"/>
                </a:solidFill>
                <a:prstDash val="dash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1799"/>
              </a:p>
            </p:txBody>
          </p:sp>
        </p:grpSp>
        <p:sp>
          <p:nvSpPr>
            <p:cNvPr id="104" name="Line 109">
              <a:extLst>
                <a:ext uri="{FF2B5EF4-FFF2-40B4-BE49-F238E27FC236}">
                  <a16:creationId xmlns:a16="http://schemas.microsoft.com/office/drawing/2014/main" id="{FC3C20C3-3E46-4C73-6C81-98AFAF0754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43" y="1364"/>
              <a:ext cx="96" cy="106"/>
            </a:xfrm>
            <a:prstGeom prst="line">
              <a:avLst/>
            </a:prstGeom>
            <a:noFill/>
            <a:ln w="9525">
              <a:solidFill>
                <a:srgbClr val="333399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799"/>
            </a:p>
          </p:txBody>
        </p:sp>
        <p:sp>
          <p:nvSpPr>
            <p:cNvPr id="105" name="Line 110">
              <a:extLst>
                <a:ext uri="{FF2B5EF4-FFF2-40B4-BE49-F238E27FC236}">
                  <a16:creationId xmlns:a16="http://schemas.microsoft.com/office/drawing/2014/main" id="{0A6426BB-D5D3-2031-8D88-2617F741867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816" y="1103"/>
              <a:ext cx="144" cy="106"/>
            </a:xfrm>
            <a:prstGeom prst="line">
              <a:avLst/>
            </a:prstGeom>
            <a:noFill/>
            <a:ln w="9525">
              <a:solidFill>
                <a:srgbClr val="333399"/>
              </a:solidFill>
              <a:prstDash val="dash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799"/>
            </a:p>
          </p:txBody>
        </p:sp>
        <p:sp>
          <p:nvSpPr>
            <p:cNvPr id="106" name="Line 111">
              <a:extLst>
                <a:ext uri="{FF2B5EF4-FFF2-40B4-BE49-F238E27FC236}">
                  <a16:creationId xmlns:a16="http://schemas.microsoft.com/office/drawing/2014/main" id="{AB869C23-184E-A4A0-EA74-CD8E5DD4399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152" y="1090"/>
              <a:ext cx="144" cy="106"/>
            </a:xfrm>
            <a:prstGeom prst="line">
              <a:avLst/>
            </a:prstGeom>
            <a:noFill/>
            <a:ln w="9525">
              <a:solidFill>
                <a:srgbClr val="333399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799"/>
            </a:p>
          </p:txBody>
        </p:sp>
        <p:sp>
          <p:nvSpPr>
            <p:cNvPr id="107" name="Line 112">
              <a:extLst>
                <a:ext uri="{FF2B5EF4-FFF2-40B4-BE49-F238E27FC236}">
                  <a16:creationId xmlns:a16="http://schemas.microsoft.com/office/drawing/2014/main" id="{B0B19C50-A7C8-43F7-3C87-911F2A8DC29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16" y="1354"/>
              <a:ext cx="144" cy="106"/>
            </a:xfrm>
            <a:prstGeom prst="line">
              <a:avLst/>
            </a:prstGeom>
            <a:noFill/>
            <a:ln w="9525">
              <a:solidFill>
                <a:srgbClr val="333399"/>
              </a:solidFill>
              <a:prstDash val="dash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799"/>
            </a:p>
          </p:txBody>
        </p:sp>
      </p:grpSp>
      <p:graphicFrame>
        <p:nvGraphicFramePr>
          <p:cNvPr id="111" name="Object 1039">
            <a:extLst>
              <a:ext uri="{FF2B5EF4-FFF2-40B4-BE49-F238E27FC236}">
                <a16:creationId xmlns:a16="http://schemas.microsoft.com/office/drawing/2014/main" id="{46F4DC27-4838-86D1-B54C-E3C223DFE1F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015241"/>
              </p:ext>
            </p:extLst>
          </p:nvPr>
        </p:nvGraphicFramePr>
        <p:xfrm>
          <a:off x="995298" y="3865072"/>
          <a:ext cx="6511985" cy="6390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28" name="Equation" r:id="rId23" imgW="4140000" imgH="431640" progId="Equation.DSMT4">
                  <p:embed/>
                </p:oleObj>
              </mc:Choice>
              <mc:Fallback>
                <p:oleObj name="Equation" r:id="rId23" imgW="4140000" imgH="431640" progId="Equation.DSMT4">
                  <p:embed/>
                  <p:pic>
                    <p:nvPicPr>
                      <p:cNvPr id="97295" name="Object 10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5298" y="3865072"/>
                        <a:ext cx="6511985" cy="63908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" name="Rectangle 163">
            <a:extLst>
              <a:ext uri="{FF2B5EF4-FFF2-40B4-BE49-F238E27FC236}">
                <a16:creationId xmlns:a16="http://schemas.microsoft.com/office/drawing/2014/main" id="{A73FAFDC-456E-5779-8825-90FAF1015E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7977" y="1232478"/>
            <a:ext cx="6044641" cy="3692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799" b="1" dirty="0">
                <a:latin typeface="华文中宋" pitchFamily="2" charset="-122"/>
              </a:rPr>
              <a:t>    </a:t>
            </a:r>
            <a:r>
              <a:rPr lang="zh-CN" altLang="en-US" sz="1799" b="1" dirty="0">
                <a:latin typeface="华文中宋" pitchFamily="2" charset="-122"/>
              </a:rPr>
              <a:t>由对称性可知，电场是均匀场，方向垂直于平面。</a:t>
            </a:r>
          </a:p>
        </p:txBody>
      </p:sp>
      <p:graphicFrame>
        <p:nvGraphicFramePr>
          <p:cNvPr id="113" name="Object 1040">
            <a:extLst>
              <a:ext uri="{FF2B5EF4-FFF2-40B4-BE49-F238E27FC236}">
                <a16:creationId xmlns:a16="http://schemas.microsoft.com/office/drawing/2014/main" id="{28AEB97B-01E5-7C41-B11B-8701C6B730A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78918995"/>
              </p:ext>
            </p:extLst>
          </p:nvPr>
        </p:nvGraphicFramePr>
        <p:xfrm>
          <a:off x="3354113" y="4493608"/>
          <a:ext cx="1100653" cy="61828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29" name="公式" r:id="rId25" imgW="419040" imgH="317160" progId="Equation.3">
                  <p:embed/>
                </p:oleObj>
              </mc:Choice>
              <mc:Fallback>
                <p:oleObj name="公式" r:id="rId25" imgW="419040" imgH="317160" progId="Equation.3">
                  <p:embed/>
                  <p:pic>
                    <p:nvPicPr>
                      <p:cNvPr id="97296" name="Object 10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4113" y="4493608"/>
                        <a:ext cx="1100653" cy="61828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4" name="Rectangle 1038">
            <a:extLst>
              <a:ext uri="{FF2B5EF4-FFF2-40B4-BE49-F238E27FC236}">
                <a16:creationId xmlns:a16="http://schemas.microsoft.com/office/drawing/2014/main" id="{32018DF0-A395-21E7-B13A-75868D3B48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7605" y="3167338"/>
            <a:ext cx="7854323" cy="6460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zh-CN" sz="1799" dirty="0">
                <a:latin typeface="华文中宋" pitchFamily="2" charset="-122"/>
              </a:rPr>
              <a:t>      </a:t>
            </a:r>
            <a:r>
              <a:rPr lang="zh-CN" altLang="en-US" sz="1799" b="1" dirty="0">
                <a:latin typeface="华文中宋" pitchFamily="2" charset="-122"/>
              </a:rPr>
              <a:t>设</a:t>
            </a:r>
            <a:r>
              <a:rPr lang="en-US" altLang="zh-CN" sz="1799" b="1" dirty="0">
                <a:cs typeface="Times New Roman" pitchFamily="18" charset="0"/>
              </a:rPr>
              <a:t>P</a:t>
            </a:r>
            <a:r>
              <a:rPr lang="zh-CN" altLang="en-US" sz="1799" b="1" dirty="0">
                <a:latin typeface="华文中宋" pitchFamily="2" charset="-122"/>
              </a:rPr>
              <a:t>为平面外之一点，过</a:t>
            </a:r>
            <a:r>
              <a:rPr lang="en-US" altLang="zh-CN" sz="1799" b="1" dirty="0">
                <a:cs typeface="Times New Roman" pitchFamily="18" charset="0"/>
              </a:rPr>
              <a:t>P</a:t>
            </a:r>
            <a:r>
              <a:rPr lang="zh-CN" altLang="en-US" sz="1799" b="1" dirty="0">
                <a:latin typeface="华文中宋" pitchFamily="2" charset="-122"/>
              </a:rPr>
              <a:t>点作一与无限大平面垂直且对称的小柱形高斯面，则通过该高斯面的电通量为：</a:t>
            </a:r>
          </a:p>
        </p:txBody>
      </p:sp>
    </p:spTree>
    <p:extLst>
      <p:ext uri="{BB962C8B-B14F-4D97-AF65-F5344CB8AC3E}">
        <p14:creationId xmlns:p14="http://schemas.microsoft.com/office/powerpoint/2010/main" val="3400780133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1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1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utoUpdateAnimBg="0"/>
      <p:bldP spid="23" grpId="0" animBg="1" autoUpdateAnimBg="0"/>
      <p:bldP spid="112" grpId="0" autoUpdateAnimBg="0"/>
      <p:bldP spid="11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Box 34">
            <a:extLst>
              <a:ext uri="{FF2B5EF4-FFF2-40B4-BE49-F238E27FC236}">
                <a16:creationId xmlns:a16="http://schemas.microsoft.com/office/drawing/2014/main" id="{295F35C4-D5B7-B0DA-671F-3459D18EA499}"/>
              </a:ext>
            </a:extLst>
          </p:cNvPr>
          <p:cNvSpPr txBox="1"/>
          <p:nvPr/>
        </p:nvSpPr>
        <p:spPr>
          <a:xfrm>
            <a:off x="1234359" y="33448"/>
            <a:ext cx="4425201" cy="46134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sz="2398" b="1" dirty="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高斯定理的应用</a:t>
            </a:r>
            <a:endParaRPr lang="zh-CN" altLang="en-US" sz="2398" b="1" dirty="0">
              <a:solidFill>
                <a:srgbClr val="CC0000"/>
              </a:solidFill>
              <a:latin typeface="宋体" panose="02010600030101010101" pitchFamily="2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75EB2B1-4471-22AB-27CC-BD31363C1899}"/>
              </a:ext>
            </a:extLst>
          </p:cNvPr>
          <p:cNvSpPr/>
          <p:nvPr/>
        </p:nvSpPr>
        <p:spPr>
          <a:xfrm>
            <a:off x="2822" y="542492"/>
            <a:ext cx="9138356" cy="90794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2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8479B90-7223-3B00-0070-0F00CF710EA9}"/>
              </a:ext>
            </a:extLst>
          </p:cNvPr>
          <p:cNvSpPr/>
          <p:nvPr/>
        </p:nvSpPr>
        <p:spPr>
          <a:xfrm flipV="1">
            <a:off x="8770" y="448474"/>
            <a:ext cx="9131296" cy="52969"/>
          </a:xfrm>
          <a:prstGeom prst="rect">
            <a:avLst/>
          </a:prstGeom>
          <a:solidFill>
            <a:srgbClr val="A86E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2" dirty="0"/>
          </a:p>
        </p:txBody>
      </p:sp>
      <p:sp>
        <p:nvSpPr>
          <p:cNvPr id="3" name="Text Box 6">
            <a:extLst>
              <a:ext uri="{FF2B5EF4-FFF2-40B4-BE49-F238E27FC236}">
                <a16:creationId xmlns:a16="http://schemas.microsoft.com/office/drawing/2014/main" id="{87260A34-8358-E150-1AB4-C40A8CC5AA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8001" y="680818"/>
            <a:ext cx="6123174" cy="922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itchFamily="18" charset="0"/>
                <a:ea typeface="华文中宋" pitchFamily="2" charset="-12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itchFamily="18" charset="0"/>
                <a:ea typeface="华文中宋" pitchFamily="2" charset="-12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itchFamily="18" charset="0"/>
                <a:ea typeface="华文中宋" pitchFamily="2" charset="-12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itchFamily="18" charset="0"/>
                <a:ea typeface="华文中宋" pitchFamily="2" charset="-12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itchFamily="18" charset="0"/>
                <a:ea typeface="华文中宋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itchFamily="18" charset="0"/>
                <a:ea typeface="华文中宋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itchFamily="18" charset="0"/>
                <a:ea typeface="华文中宋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itchFamily="18" charset="0"/>
                <a:ea typeface="华文中宋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itchFamily="18" charset="0"/>
                <a:ea typeface="华文中宋" pitchFamily="2" charset="-122"/>
              </a:defRPr>
            </a:lvl9pPr>
          </a:lstStyle>
          <a:p>
            <a:pPr eaLnBrk="1" hangingPunct="1"/>
            <a:r>
              <a:rPr lang="zh-CN" altLang="en-US" sz="1799" b="1" dirty="0">
                <a:latin typeface="华文中宋" pitchFamily="2" charset="-122"/>
              </a:rPr>
              <a:t>讨论：</a:t>
            </a:r>
          </a:p>
          <a:p>
            <a:pPr eaLnBrk="1" hangingPunct="1"/>
            <a:r>
              <a:rPr lang="zh-CN" altLang="en-US" sz="1799" b="1" dirty="0">
                <a:latin typeface="华文中宋" pitchFamily="2" charset="-122"/>
              </a:rPr>
              <a:t>（</a:t>
            </a:r>
            <a:r>
              <a:rPr lang="en-US" altLang="zh-CN" sz="1799" b="1" dirty="0">
                <a:latin typeface="华文中宋" pitchFamily="2" charset="-122"/>
              </a:rPr>
              <a:t>1</a:t>
            </a:r>
            <a:r>
              <a:rPr lang="zh-CN" altLang="en-US" sz="1799" b="1" dirty="0">
                <a:latin typeface="华文中宋" pitchFamily="2" charset="-122"/>
              </a:rPr>
              <a:t>）说明无限大带电平面的电场中，各点的场强相等是一常数，与距离无关。</a:t>
            </a:r>
          </a:p>
        </p:txBody>
      </p:sp>
      <p:sp>
        <p:nvSpPr>
          <p:cNvPr id="4" name="Text Box 7">
            <a:extLst>
              <a:ext uri="{FF2B5EF4-FFF2-40B4-BE49-F238E27FC236}">
                <a16:creationId xmlns:a16="http://schemas.microsoft.com/office/drawing/2014/main" id="{2434200A-FA3A-560F-D4CB-9FE25316B7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8000" y="1634355"/>
            <a:ext cx="6453964" cy="3692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itchFamily="18" charset="0"/>
                <a:ea typeface="华文中宋" pitchFamily="2" charset="-12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itchFamily="18" charset="0"/>
                <a:ea typeface="华文中宋" pitchFamily="2" charset="-12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itchFamily="18" charset="0"/>
                <a:ea typeface="华文中宋" pitchFamily="2" charset="-12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itchFamily="18" charset="0"/>
                <a:ea typeface="华文中宋" pitchFamily="2" charset="-12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itchFamily="18" charset="0"/>
                <a:ea typeface="华文中宋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itchFamily="18" charset="0"/>
                <a:ea typeface="华文中宋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itchFamily="18" charset="0"/>
                <a:ea typeface="华文中宋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itchFamily="18" charset="0"/>
                <a:ea typeface="华文中宋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itchFamily="18" charset="0"/>
                <a:ea typeface="华文中宋" pitchFamily="2" charset="-122"/>
              </a:defRPr>
            </a:lvl9pPr>
          </a:lstStyle>
          <a:p>
            <a:pPr eaLnBrk="1" hangingPunct="1"/>
            <a:r>
              <a:rPr lang="zh-CN" altLang="en-US" sz="1799" b="1" dirty="0">
                <a:latin typeface="华文中宋" pitchFamily="2" charset="-122"/>
              </a:rPr>
              <a:t>（</a:t>
            </a:r>
            <a:r>
              <a:rPr lang="en-US" altLang="zh-CN" sz="1799" b="1" dirty="0">
                <a:latin typeface="华文中宋" pitchFamily="2" charset="-122"/>
              </a:rPr>
              <a:t>2</a:t>
            </a:r>
            <a:r>
              <a:rPr lang="zh-CN" altLang="en-US" sz="1799" b="1" dirty="0">
                <a:latin typeface="华文中宋" pitchFamily="2" charset="-122"/>
              </a:rPr>
              <a:t>）带等量异号电荷的两块无限大均匀带电平面的电场分布：</a:t>
            </a:r>
          </a:p>
        </p:txBody>
      </p:sp>
      <p:graphicFrame>
        <p:nvGraphicFramePr>
          <p:cNvPr id="5" name="Object 3">
            <a:extLst>
              <a:ext uri="{FF2B5EF4-FFF2-40B4-BE49-F238E27FC236}">
                <a16:creationId xmlns:a16="http://schemas.microsoft.com/office/drawing/2014/main" id="{6C9DBC67-366D-2882-D3C8-81E788BBA0C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54270308"/>
              </p:ext>
            </p:extLst>
          </p:nvPr>
        </p:nvGraphicFramePr>
        <p:xfrm>
          <a:off x="2362153" y="3846544"/>
          <a:ext cx="1016643" cy="3599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10" name="公式" r:id="rId4" imgW="380880" imgH="177480" progId="Equation.3">
                  <p:embed/>
                </p:oleObj>
              </mc:Choice>
              <mc:Fallback>
                <p:oleObj name="公式" r:id="rId4" imgW="380880" imgH="177480" progId="Equation.3">
                  <p:embed/>
                  <p:pic>
                    <p:nvPicPr>
                      <p:cNvPr id="284675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153" y="3846544"/>
                        <a:ext cx="1016643" cy="35991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4">
            <a:extLst>
              <a:ext uri="{FF2B5EF4-FFF2-40B4-BE49-F238E27FC236}">
                <a16:creationId xmlns:a16="http://schemas.microsoft.com/office/drawing/2014/main" id="{25FF97F0-9153-1124-9665-93CAF8B76C3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24272387"/>
              </p:ext>
            </p:extLst>
          </p:nvPr>
        </p:nvGraphicFramePr>
        <p:xfrm>
          <a:off x="4039896" y="3750163"/>
          <a:ext cx="2078037" cy="5178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11" name="公式" r:id="rId6" imgW="888840" imgH="291960" progId="Equation.3">
                  <p:embed/>
                </p:oleObj>
              </mc:Choice>
              <mc:Fallback>
                <p:oleObj name="公式" r:id="rId6" imgW="888840" imgH="291960" progId="Equation.3">
                  <p:embed/>
                  <p:pic>
                    <p:nvPicPr>
                      <p:cNvPr id="284676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39896" y="3750163"/>
                        <a:ext cx="2078037" cy="51786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5">
            <a:extLst>
              <a:ext uri="{FF2B5EF4-FFF2-40B4-BE49-F238E27FC236}">
                <a16:creationId xmlns:a16="http://schemas.microsoft.com/office/drawing/2014/main" id="{8C6788BB-91CF-6DB1-30B2-7805C28DE95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2498934"/>
              </p:ext>
            </p:extLst>
          </p:nvPr>
        </p:nvGraphicFramePr>
        <p:xfrm>
          <a:off x="5176743" y="3206328"/>
          <a:ext cx="781542" cy="2853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12" name="Equation" r:id="rId8" imgW="469800" imgH="228600" progId="Equation.3">
                  <p:embed/>
                </p:oleObj>
              </mc:Choice>
              <mc:Fallback>
                <p:oleObj name="Equation" r:id="rId8" imgW="469800" imgH="228600" progId="Equation.3">
                  <p:embed/>
                  <p:pic>
                    <p:nvPicPr>
                      <p:cNvPr id="284677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76743" y="3206328"/>
                        <a:ext cx="781542" cy="28530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6">
            <a:extLst>
              <a:ext uri="{FF2B5EF4-FFF2-40B4-BE49-F238E27FC236}">
                <a16:creationId xmlns:a16="http://schemas.microsoft.com/office/drawing/2014/main" id="{EB9EA3A0-A39B-0EC1-3884-27E0EA785AB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34786501"/>
              </p:ext>
            </p:extLst>
          </p:nvPr>
        </p:nvGraphicFramePr>
        <p:xfrm>
          <a:off x="1608823" y="3178663"/>
          <a:ext cx="769299" cy="280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13" name="Equation" r:id="rId10" imgW="469800" imgH="228600" progId="Equation.3">
                  <p:embed/>
                </p:oleObj>
              </mc:Choice>
              <mc:Fallback>
                <p:oleObj name="Equation" r:id="rId10" imgW="469800" imgH="228600" progId="Equation.3">
                  <p:embed/>
                  <p:pic>
                    <p:nvPicPr>
                      <p:cNvPr id="284678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8823" y="3178663"/>
                        <a:ext cx="769299" cy="280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" name="Group 13">
            <a:extLst>
              <a:ext uri="{FF2B5EF4-FFF2-40B4-BE49-F238E27FC236}">
                <a16:creationId xmlns:a16="http://schemas.microsoft.com/office/drawing/2014/main" id="{D31E7523-9D61-07F8-DBFB-D796D1A21283}"/>
              </a:ext>
            </a:extLst>
          </p:cNvPr>
          <p:cNvGrpSpPr>
            <a:grpSpLocks/>
          </p:cNvGrpSpPr>
          <p:nvPr/>
        </p:nvGrpSpPr>
        <p:grpSpPr bwMode="auto">
          <a:xfrm>
            <a:off x="2035434" y="2429033"/>
            <a:ext cx="1656327" cy="1220827"/>
            <a:chOff x="960" y="120"/>
            <a:chExt cx="1392" cy="1368"/>
          </a:xfrm>
        </p:grpSpPr>
        <p:grpSp>
          <p:nvGrpSpPr>
            <p:cNvPr id="11" name="Group 14">
              <a:extLst>
                <a:ext uri="{FF2B5EF4-FFF2-40B4-BE49-F238E27FC236}">
                  <a16:creationId xmlns:a16="http://schemas.microsoft.com/office/drawing/2014/main" id="{7D6ECB59-A92E-A7E3-EDE3-4587DF39ED2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60" y="120"/>
              <a:ext cx="1392" cy="1368"/>
              <a:chOff x="960" y="120"/>
              <a:chExt cx="1392" cy="1368"/>
            </a:xfrm>
          </p:grpSpPr>
          <p:grpSp>
            <p:nvGrpSpPr>
              <p:cNvPr id="13" name="Group 15">
                <a:extLst>
                  <a:ext uri="{FF2B5EF4-FFF2-40B4-BE49-F238E27FC236}">
                    <a16:creationId xmlns:a16="http://schemas.microsoft.com/office/drawing/2014/main" id="{3722DF9B-8C60-BACD-2160-61CD8D7F412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59" y="120"/>
                <a:ext cx="1293" cy="600"/>
                <a:chOff x="915" y="120"/>
                <a:chExt cx="1293" cy="600"/>
              </a:xfrm>
            </p:grpSpPr>
            <p:sp>
              <p:nvSpPr>
                <p:cNvPr id="18" name="Line 16">
                  <a:extLst>
                    <a:ext uri="{FF2B5EF4-FFF2-40B4-BE49-F238E27FC236}">
                      <a16:creationId xmlns:a16="http://schemas.microsoft.com/office/drawing/2014/main" id="{D7CC14B1-DF00-28D5-84DF-828BDDE81F7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440" y="120"/>
                  <a:ext cx="768" cy="0"/>
                </a:xfrm>
                <a:prstGeom prst="line">
                  <a:avLst/>
                </a:prstGeom>
                <a:noFill/>
                <a:ln w="38100">
                  <a:solidFill>
                    <a:srgbClr val="FF6600"/>
                  </a:solidFill>
                  <a:round/>
                  <a:headEnd type="triangle" w="med" len="med"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799"/>
                </a:p>
              </p:txBody>
            </p:sp>
            <p:sp>
              <p:nvSpPr>
                <p:cNvPr id="19" name="Line 17">
                  <a:extLst>
                    <a:ext uri="{FF2B5EF4-FFF2-40B4-BE49-F238E27FC236}">
                      <a16:creationId xmlns:a16="http://schemas.microsoft.com/office/drawing/2014/main" id="{99A294D5-EC85-ADAE-2DB9-59A5076BE90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915" y="720"/>
                  <a:ext cx="768" cy="0"/>
                </a:xfrm>
                <a:prstGeom prst="line">
                  <a:avLst/>
                </a:prstGeom>
                <a:noFill/>
                <a:ln w="38100">
                  <a:solidFill>
                    <a:srgbClr val="FF6600"/>
                  </a:solidFill>
                  <a:round/>
                  <a:headEnd type="triangle" w="med" len="med"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799"/>
                </a:p>
              </p:txBody>
            </p:sp>
            <p:sp>
              <p:nvSpPr>
                <p:cNvPr id="20" name="Line 18">
                  <a:extLst>
                    <a:ext uri="{FF2B5EF4-FFF2-40B4-BE49-F238E27FC236}">
                      <a16:creationId xmlns:a16="http://schemas.microsoft.com/office/drawing/2014/main" id="{D6E9C435-34C9-752F-EB6D-BA67F5DBEA8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55" y="423"/>
                  <a:ext cx="768" cy="0"/>
                </a:xfrm>
                <a:prstGeom prst="line">
                  <a:avLst/>
                </a:prstGeom>
                <a:noFill/>
                <a:ln w="38100">
                  <a:solidFill>
                    <a:srgbClr val="FF6600"/>
                  </a:solidFill>
                  <a:round/>
                  <a:headEnd type="triangle" w="med" len="med"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799"/>
                </a:p>
              </p:txBody>
            </p:sp>
          </p:grpSp>
          <p:grpSp>
            <p:nvGrpSpPr>
              <p:cNvPr id="14" name="Group 19">
                <a:extLst>
                  <a:ext uri="{FF2B5EF4-FFF2-40B4-BE49-F238E27FC236}">
                    <a16:creationId xmlns:a16="http://schemas.microsoft.com/office/drawing/2014/main" id="{8972A5CC-AB8F-867A-D00D-0D65DACB5D1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60" y="888"/>
                <a:ext cx="1293" cy="600"/>
                <a:chOff x="915" y="120"/>
                <a:chExt cx="1293" cy="600"/>
              </a:xfrm>
            </p:grpSpPr>
            <p:sp>
              <p:nvSpPr>
                <p:cNvPr id="15" name="Line 20">
                  <a:extLst>
                    <a:ext uri="{FF2B5EF4-FFF2-40B4-BE49-F238E27FC236}">
                      <a16:creationId xmlns:a16="http://schemas.microsoft.com/office/drawing/2014/main" id="{6FD2B3FD-59ED-FDFF-B008-3B2CF446B98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440" y="120"/>
                  <a:ext cx="768" cy="0"/>
                </a:xfrm>
                <a:prstGeom prst="line">
                  <a:avLst/>
                </a:prstGeom>
                <a:noFill/>
                <a:ln w="38100">
                  <a:solidFill>
                    <a:srgbClr val="FF6600"/>
                  </a:solidFill>
                  <a:round/>
                  <a:headEnd type="triangle" w="med" len="med"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799"/>
                </a:p>
              </p:txBody>
            </p:sp>
            <p:sp>
              <p:nvSpPr>
                <p:cNvPr id="16" name="Line 21">
                  <a:extLst>
                    <a:ext uri="{FF2B5EF4-FFF2-40B4-BE49-F238E27FC236}">
                      <a16:creationId xmlns:a16="http://schemas.microsoft.com/office/drawing/2014/main" id="{041F60F3-38E2-DBE0-978C-3E17863C5FA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915" y="720"/>
                  <a:ext cx="768" cy="0"/>
                </a:xfrm>
                <a:prstGeom prst="line">
                  <a:avLst/>
                </a:prstGeom>
                <a:noFill/>
                <a:ln w="38100">
                  <a:solidFill>
                    <a:srgbClr val="FF6600"/>
                  </a:solidFill>
                  <a:round/>
                  <a:headEnd type="triangle" w="med" len="med"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799"/>
                </a:p>
              </p:txBody>
            </p:sp>
            <p:sp>
              <p:nvSpPr>
                <p:cNvPr id="17" name="Line 22">
                  <a:extLst>
                    <a:ext uri="{FF2B5EF4-FFF2-40B4-BE49-F238E27FC236}">
                      <a16:creationId xmlns:a16="http://schemas.microsoft.com/office/drawing/2014/main" id="{EFDFAE68-5F5A-BCD9-0696-397D50E5868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55" y="423"/>
                  <a:ext cx="768" cy="0"/>
                </a:xfrm>
                <a:prstGeom prst="line">
                  <a:avLst/>
                </a:prstGeom>
                <a:noFill/>
                <a:ln w="38100">
                  <a:solidFill>
                    <a:srgbClr val="FF6600"/>
                  </a:solidFill>
                  <a:round/>
                  <a:headEnd type="triangle" w="med" len="med"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799"/>
                </a:p>
              </p:txBody>
            </p:sp>
          </p:grpSp>
        </p:grpSp>
        <p:graphicFrame>
          <p:nvGraphicFramePr>
            <p:cNvPr id="12" name="Object 10">
              <a:extLst>
                <a:ext uri="{FF2B5EF4-FFF2-40B4-BE49-F238E27FC236}">
                  <a16:creationId xmlns:a16="http://schemas.microsoft.com/office/drawing/2014/main" id="{F9C0F430-B517-0A83-1761-C0227B9D789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152" y="240"/>
            <a:ext cx="202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214" name="Equation" r:id="rId11" imgW="203040" imgH="241200" progId="Equation.3">
                    <p:embed/>
                  </p:oleObj>
                </mc:Choice>
                <mc:Fallback>
                  <p:oleObj name="Equation" r:id="rId11" imgW="203040" imgH="241200" progId="Equation.3">
                    <p:embed/>
                    <p:pic>
                      <p:nvPicPr>
                        <p:cNvPr id="28681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52" y="240"/>
                          <a:ext cx="202" cy="240"/>
                        </a:xfrm>
                        <a:prstGeom prst="rect">
                          <a:avLst/>
                        </a:prstGeom>
                        <a:solidFill>
                          <a:srgbClr val="FFCC99"/>
                        </a:solidFill>
                        <a:ln>
                          <a:noFill/>
                        </a:ln>
                        <a:effectLst/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0" name="Group 24">
            <a:extLst>
              <a:ext uri="{FF2B5EF4-FFF2-40B4-BE49-F238E27FC236}">
                <a16:creationId xmlns:a16="http://schemas.microsoft.com/office/drawing/2014/main" id="{51BD9A9C-E328-2A00-4297-DDBABDCABAFD}"/>
              </a:ext>
            </a:extLst>
          </p:cNvPr>
          <p:cNvGrpSpPr>
            <a:grpSpLocks/>
          </p:cNvGrpSpPr>
          <p:nvPr/>
        </p:nvGrpSpPr>
        <p:grpSpPr bwMode="auto">
          <a:xfrm>
            <a:off x="1989029" y="2544154"/>
            <a:ext cx="1656327" cy="1220827"/>
            <a:chOff x="960" y="120"/>
            <a:chExt cx="1392" cy="1368"/>
          </a:xfrm>
        </p:grpSpPr>
        <p:grpSp>
          <p:nvGrpSpPr>
            <p:cNvPr id="31" name="Group 25">
              <a:extLst>
                <a:ext uri="{FF2B5EF4-FFF2-40B4-BE49-F238E27FC236}">
                  <a16:creationId xmlns:a16="http://schemas.microsoft.com/office/drawing/2014/main" id="{70DFBC12-A2A4-F45B-130A-B434A91C2DF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59" y="120"/>
              <a:ext cx="1293" cy="600"/>
              <a:chOff x="915" y="120"/>
              <a:chExt cx="1293" cy="600"/>
            </a:xfrm>
          </p:grpSpPr>
          <p:sp>
            <p:nvSpPr>
              <p:cNvPr id="45" name="Line 26">
                <a:extLst>
                  <a:ext uri="{FF2B5EF4-FFF2-40B4-BE49-F238E27FC236}">
                    <a16:creationId xmlns:a16="http://schemas.microsoft.com/office/drawing/2014/main" id="{0398AF29-7D81-4CB2-0B70-6F62931036F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40" y="120"/>
                <a:ext cx="768" cy="0"/>
              </a:xfrm>
              <a:prstGeom prst="line">
                <a:avLst/>
              </a:prstGeom>
              <a:noFill/>
              <a:ln w="38100">
                <a:solidFill>
                  <a:srgbClr val="0066FF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799"/>
              </a:p>
            </p:txBody>
          </p:sp>
          <p:sp>
            <p:nvSpPr>
              <p:cNvPr id="46" name="Line 27">
                <a:extLst>
                  <a:ext uri="{FF2B5EF4-FFF2-40B4-BE49-F238E27FC236}">
                    <a16:creationId xmlns:a16="http://schemas.microsoft.com/office/drawing/2014/main" id="{95BD7BC5-9DE4-DDDB-A77F-51B4432A8DF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15" y="720"/>
                <a:ext cx="768" cy="0"/>
              </a:xfrm>
              <a:prstGeom prst="line">
                <a:avLst/>
              </a:prstGeom>
              <a:noFill/>
              <a:ln w="38100">
                <a:solidFill>
                  <a:srgbClr val="0066FF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799"/>
              </a:p>
            </p:txBody>
          </p:sp>
          <p:sp>
            <p:nvSpPr>
              <p:cNvPr id="47" name="Line 28">
                <a:extLst>
                  <a:ext uri="{FF2B5EF4-FFF2-40B4-BE49-F238E27FC236}">
                    <a16:creationId xmlns:a16="http://schemas.microsoft.com/office/drawing/2014/main" id="{B7105523-796B-BD48-690C-1FEBDB09DFD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55" y="423"/>
                <a:ext cx="768" cy="0"/>
              </a:xfrm>
              <a:prstGeom prst="line">
                <a:avLst/>
              </a:prstGeom>
              <a:noFill/>
              <a:ln w="38100">
                <a:solidFill>
                  <a:srgbClr val="0066FF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799"/>
              </a:p>
            </p:txBody>
          </p:sp>
        </p:grpSp>
        <p:grpSp>
          <p:nvGrpSpPr>
            <p:cNvPr id="41" name="Group 29">
              <a:extLst>
                <a:ext uri="{FF2B5EF4-FFF2-40B4-BE49-F238E27FC236}">
                  <a16:creationId xmlns:a16="http://schemas.microsoft.com/office/drawing/2014/main" id="{BF3B58F8-2BA8-FA02-4C25-2B0E0F86203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60" y="888"/>
              <a:ext cx="1293" cy="600"/>
              <a:chOff x="915" y="120"/>
              <a:chExt cx="1293" cy="600"/>
            </a:xfrm>
          </p:grpSpPr>
          <p:sp>
            <p:nvSpPr>
              <p:cNvPr id="42" name="Line 30">
                <a:extLst>
                  <a:ext uri="{FF2B5EF4-FFF2-40B4-BE49-F238E27FC236}">
                    <a16:creationId xmlns:a16="http://schemas.microsoft.com/office/drawing/2014/main" id="{367E7DE7-8A8D-6D5F-F620-0997408FDA0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40" y="120"/>
                <a:ext cx="768" cy="0"/>
              </a:xfrm>
              <a:prstGeom prst="line">
                <a:avLst/>
              </a:prstGeom>
              <a:noFill/>
              <a:ln w="38100">
                <a:solidFill>
                  <a:srgbClr val="0066FF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799"/>
              </a:p>
            </p:txBody>
          </p:sp>
          <p:sp>
            <p:nvSpPr>
              <p:cNvPr id="43" name="Line 31">
                <a:extLst>
                  <a:ext uri="{FF2B5EF4-FFF2-40B4-BE49-F238E27FC236}">
                    <a16:creationId xmlns:a16="http://schemas.microsoft.com/office/drawing/2014/main" id="{DE630036-2EBE-CBD4-C3BE-F02642A3891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15" y="720"/>
                <a:ext cx="768" cy="0"/>
              </a:xfrm>
              <a:prstGeom prst="line">
                <a:avLst/>
              </a:prstGeom>
              <a:noFill/>
              <a:ln w="38100">
                <a:solidFill>
                  <a:srgbClr val="0066FF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799"/>
              </a:p>
            </p:txBody>
          </p:sp>
          <p:sp>
            <p:nvSpPr>
              <p:cNvPr id="44" name="Line 32">
                <a:extLst>
                  <a:ext uri="{FF2B5EF4-FFF2-40B4-BE49-F238E27FC236}">
                    <a16:creationId xmlns:a16="http://schemas.microsoft.com/office/drawing/2014/main" id="{821647C6-5010-D3C0-6FC0-331E0F85722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55" y="423"/>
                <a:ext cx="768" cy="0"/>
              </a:xfrm>
              <a:prstGeom prst="line">
                <a:avLst/>
              </a:prstGeom>
              <a:noFill/>
              <a:ln w="38100">
                <a:solidFill>
                  <a:srgbClr val="0066FF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799"/>
              </a:p>
            </p:txBody>
          </p:sp>
        </p:grpSp>
      </p:grpSp>
      <p:grpSp>
        <p:nvGrpSpPr>
          <p:cNvPr id="48" name="Group 33">
            <a:extLst>
              <a:ext uri="{FF2B5EF4-FFF2-40B4-BE49-F238E27FC236}">
                <a16:creationId xmlns:a16="http://schemas.microsoft.com/office/drawing/2014/main" id="{3C6C16C5-4340-B387-4BC7-7B4C851C0B62}"/>
              </a:ext>
            </a:extLst>
          </p:cNvPr>
          <p:cNvGrpSpPr>
            <a:grpSpLocks/>
          </p:cNvGrpSpPr>
          <p:nvPr/>
        </p:nvGrpSpPr>
        <p:grpSpPr bwMode="auto">
          <a:xfrm>
            <a:off x="2949269" y="2321942"/>
            <a:ext cx="856721" cy="1627770"/>
            <a:chOff x="1968" y="-144"/>
            <a:chExt cx="720" cy="1824"/>
          </a:xfrm>
        </p:grpSpPr>
        <p:grpSp>
          <p:nvGrpSpPr>
            <p:cNvPr id="49" name="Group 34">
              <a:extLst>
                <a:ext uri="{FF2B5EF4-FFF2-40B4-BE49-F238E27FC236}">
                  <a16:creationId xmlns:a16="http://schemas.microsoft.com/office/drawing/2014/main" id="{83D48217-9584-C698-FF7D-09025F61F6D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68" y="-144"/>
              <a:ext cx="720" cy="1824"/>
              <a:chOff x="2640" y="96"/>
              <a:chExt cx="732" cy="1467"/>
            </a:xfrm>
          </p:grpSpPr>
          <p:grpSp>
            <p:nvGrpSpPr>
              <p:cNvPr id="51" name="Group 35">
                <a:extLst>
                  <a:ext uri="{FF2B5EF4-FFF2-40B4-BE49-F238E27FC236}">
                    <a16:creationId xmlns:a16="http://schemas.microsoft.com/office/drawing/2014/main" id="{DA207864-9F41-F427-F6AC-A9239FFE4B0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024" y="96"/>
                <a:ext cx="348" cy="1098"/>
                <a:chOff x="2538" y="192"/>
                <a:chExt cx="348" cy="1098"/>
              </a:xfrm>
            </p:grpSpPr>
            <p:grpSp>
              <p:nvGrpSpPr>
                <p:cNvPr id="118" name="Group 36">
                  <a:extLst>
                    <a:ext uri="{FF2B5EF4-FFF2-40B4-BE49-F238E27FC236}">
                      <a16:creationId xmlns:a16="http://schemas.microsoft.com/office/drawing/2014/main" id="{7D601E25-8272-5328-C3B8-C229F44469AD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736" y="192"/>
                  <a:ext cx="150" cy="912"/>
                  <a:chOff x="2298" y="192"/>
                  <a:chExt cx="150" cy="912"/>
                </a:xfrm>
              </p:grpSpPr>
              <p:sp>
                <p:nvSpPr>
                  <p:cNvPr id="122" name="Rectangle 37">
                    <a:extLst>
                      <a:ext uri="{FF2B5EF4-FFF2-40B4-BE49-F238E27FC236}">
                        <a16:creationId xmlns:a16="http://schemas.microsoft.com/office/drawing/2014/main" id="{50AB71A2-3102-D564-4C8F-5FD38B58E13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400" y="192"/>
                    <a:ext cx="48" cy="816"/>
                  </a:xfrm>
                  <a:prstGeom prst="rect">
                    <a:avLst/>
                  </a:prstGeom>
                  <a:solidFill>
                    <a:srgbClr val="FFFF00"/>
                  </a:solidFill>
                  <a:ln w="9525">
                    <a:miter lim="800000"/>
                    <a:headEnd/>
                    <a:tailEnd/>
                  </a:ln>
                  <a:scene3d>
                    <a:camera prst="legacyObliqueTopRight"/>
                    <a:lightRig rig="legacyFlat3" dir="b"/>
                  </a:scene3d>
                  <a:sp3d extrusionH="430200" prstMaterial="legacyMatte">
                    <a:bevelT w="13500" h="13500" prst="angle"/>
                    <a:bevelB w="13500" h="13500" prst="angle"/>
                    <a:extrusionClr>
                      <a:srgbClr val="FFFF00"/>
                    </a:extrusionClr>
                  </a:sp3d>
                </p:spPr>
                <p:txBody>
                  <a:bodyPr wrap="none" anchor="ctr">
                    <a:flatTx/>
                  </a:bodyPr>
                  <a:lstStyle/>
                  <a:p>
                    <a:endParaRPr lang="zh-CN" altLang="en-US" sz="1799"/>
                  </a:p>
                </p:txBody>
              </p:sp>
              <p:sp>
                <p:nvSpPr>
                  <p:cNvPr id="123" name="Rectangle 38">
                    <a:extLst>
                      <a:ext uri="{FF2B5EF4-FFF2-40B4-BE49-F238E27FC236}">
                        <a16:creationId xmlns:a16="http://schemas.microsoft.com/office/drawing/2014/main" id="{BF594770-4564-2168-2EAF-7AD1A42FA39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298" y="288"/>
                    <a:ext cx="48" cy="816"/>
                  </a:xfrm>
                  <a:prstGeom prst="rect">
                    <a:avLst/>
                  </a:prstGeom>
                  <a:solidFill>
                    <a:srgbClr val="FFFF00"/>
                  </a:solidFill>
                  <a:ln w="9525">
                    <a:miter lim="800000"/>
                    <a:headEnd/>
                    <a:tailEnd/>
                  </a:ln>
                  <a:scene3d>
                    <a:camera prst="legacyObliqueTopRight"/>
                    <a:lightRig rig="legacyFlat3" dir="b"/>
                  </a:scene3d>
                  <a:sp3d extrusionH="430200" prstMaterial="legacyMatte">
                    <a:bevelT w="13500" h="13500" prst="angle"/>
                    <a:bevelB w="13500" h="13500" prst="angle"/>
                    <a:extrusionClr>
                      <a:srgbClr val="FFFF00"/>
                    </a:extrusionClr>
                  </a:sp3d>
                </p:spPr>
                <p:txBody>
                  <a:bodyPr wrap="none" anchor="ctr">
                    <a:flatTx/>
                  </a:bodyPr>
                  <a:lstStyle/>
                  <a:p>
                    <a:endParaRPr lang="zh-CN" altLang="en-US" sz="1799"/>
                  </a:p>
                </p:txBody>
              </p:sp>
            </p:grpSp>
            <p:grpSp>
              <p:nvGrpSpPr>
                <p:cNvPr id="119" name="Group 39">
                  <a:extLst>
                    <a:ext uri="{FF2B5EF4-FFF2-40B4-BE49-F238E27FC236}">
                      <a16:creationId xmlns:a16="http://schemas.microsoft.com/office/drawing/2014/main" id="{447BC461-9491-2AE8-ED23-494F1DB3159B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538" y="378"/>
                  <a:ext cx="150" cy="912"/>
                  <a:chOff x="2298" y="192"/>
                  <a:chExt cx="150" cy="912"/>
                </a:xfrm>
              </p:grpSpPr>
              <p:sp>
                <p:nvSpPr>
                  <p:cNvPr id="120" name="Rectangle 40">
                    <a:extLst>
                      <a:ext uri="{FF2B5EF4-FFF2-40B4-BE49-F238E27FC236}">
                        <a16:creationId xmlns:a16="http://schemas.microsoft.com/office/drawing/2014/main" id="{3A21AAC9-08D2-5014-E066-1F58117934E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400" y="192"/>
                    <a:ext cx="48" cy="816"/>
                  </a:xfrm>
                  <a:prstGeom prst="rect">
                    <a:avLst/>
                  </a:prstGeom>
                  <a:solidFill>
                    <a:srgbClr val="FFFF00"/>
                  </a:solidFill>
                  <a:ln w="9525">
                    <a:miter lim="800000"/>
                    <a:headEnd/>
                    <a:tailEnd/>
                  </a:ln>
                  <a:scene3d>
                    <a:camera prst="legacyObliqueTopRight"/>
                    <a:lightRig rig="legacyFlat3" dir="b"/>
                  </a:scene3d>
                  <a:sp3d extrusionH="430200" prstMaterial="legacyMatte">
                    <a:bevelT w="13500" h="13500" prst="angle"/>
                    <a:bevelB w="13500" h="13500" prst="angle"/>
                    <a:extrusionClr>
                      <a:srgbClr val="FFFF00"/>
                    </a:extrusionClr>
                  </a:sp3d>
                </p:spPr>
                <p:txBody>
                  <a:bodyPr wrap="none" anchor="ctr">
                    <a:flatTx/>
                  </a:bodyPr>
                  <a:lstStyle/>
                  <a:p>
                    <a:endParaRPr lang="zh-CN" altLang="en-US" sz="1799"/>
                  </a:p>
                </p:txBody>
              </p:sp>
              <p:sp>
                <p:nvSpPr>
                  <p:cNvPr id="121" name="Rectangle 41">
                    <a:extLst>
                      <a:ext uri="{FF2B5EF4-FFF2-40B4-BE49-F238E27FC236}">
                        <a16:creationId xmlns:a16="http://schemas.microsoft.com/office/drawing/2014/main" id="{9FAFD19E-8F18-DE82-00D0-C6ECAF51F43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298" y="288"/>
                    <a:ext cx="48" cy="816"/>
                  </a:xfrm>
                  <a:prstGeom prst="rect">
                    <a:avLst/>
                  </a:prstGeom>
                  <a:solidFill>
                    <a:srgbClr val="FFFF00"/>
                  </a:solidFill>
                  <a:ln w="9525">
                    <a:miter lim="800000"/>
                    <a:headEnd/>
                    <a:tailEnd/>
                  </a:ln>
                  <a:scene3d>
                    <a:camera prst="legacyObliqueTopRight"/>
                    <a:lightRig rig="legacyFlat3" dir="b"/>
                  </a:scene3d>
                  <a:sp3d extrusionH="430200" prstMaterial="legacyMatte">
                    <a:bevelT w="13500" h="13500" prst="angle"/>
                    <a:bevelB w="13500" h="13500" prst="angle"/>
                    <a:extrusionClr>
                      <a:srgbClr val="FFFF00"/>
                    </a:extrusionClr>
                  </a:sp3d>
                </p:spPr>
                <p:txBody>
                  <a:bodyPr wrap="none" anchor="ctr">
                    <a:flatTx/>
                  </a:bodyPr>
                  <a:lstStyle/>
                  <a:p>
                    <a:endParaRPr lang="zh-CN" altLang="en-US" sz="1799"/>
                  </a:p>
                </p:txBody>
              </p:sp>
            </p:grpSp>
          </p:grpSp>
          <p:grpSp>
            <p:nvGrpSpPr>
              <p:cNvPr id="52" name="Group 42">
                <a:extLst>
                  <a:ext uri="{FF2B5EF4-FFF2-40B4-BE49-F238E27FC236}">
                    <a16:creationId xmlns:a16="http://schemas.microsoft.com/office/drawing/2014/main" id="{6379ABF6-01E3-4B27-F495-EA2500302F4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640" y="465"/>
                <a:ext cx="348" cy="1098"/>
                <a:chOff x="2538" y="192"/>
                <a:chExt cx="348" cy="1098"/>
              </a:xfrm>
            </p:grpSpPr>
            <p:grpSp>
              <p:nvGrpSpPr>
                <p:cNvPr id="53" name="Group 43">
                  <a:extLst>
                    <a:ext uri="{FF2B5EF4-FFF2-40B4-BE49-F238E27FC236}">
                      <a16:creationId xmlns:a16="http://schemas.microsoft.com/office/drawing/2014/main" id="{FB136A32-2071-A17E-B7B7-9791EF29F8C7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736" y="192"/>
                  <a:ext cx="150" cy="912"/>
                  <a:chOff x="2298" y="192"/>
                  <a:chExt cx="150" cy="912"/>
                </a:xfrm>
              </p:grpSpPr>
              <p:sp>
                <p:nvSpPr>
                  <p:cNvPr id="116" name="Rectangle 44">
                    <a:extLst>
                      <a:ext uri="{FF2B5EF4-FFF2-40B4-BE49-F238E27FC236}">
                        <a16:creationId xmlns:a16="http://schemas.microsoft.com/office/drawing/2014/main" id="{1C460B8A-34F8-4DC2-3B14-352CB0790E9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400" y="192"/>
                    <a:ext cx="48" cy="816"/>
                  </a:xfrm>
                  <a:prstGeom prst="rect">
                    <a:avLst/>
                  </a:prstGeom>
                  <a:solidFill>
                    <a:srgbClr val="FFFF00"/>
                  </a:solidFill>
                  <a:ln w="9525">
                    <a:miter lim="800000"/>
                    <a:headEnd/>
                    <a:tailEnd/>
                  </a:ln>
                  <a:scene3d>
                    <a:camera prst="legacyObliqueTopRight"/>
                    <a:lightRig rig="legacyFlat3" dir="b"/>
                  </a:scene3d>
                  <a:sp3d extrusionH="430200" prstMaterial="legacyMatte">
                    <a:bevelT w="13500" h="13500" prst="angle"/>
                    <a:bevelB w="13500" h="13500" prst="angle"/>
                    <a:extrusionClr>
                      <a:srgbClr val="FFFF00"/>
                    </a:extrusionClr>
                  </a:sp3d>
                </p:spPr>
                <p:txBody>
                  <a:bodyPr wrap="none" anchor="ctr">
                    <a:flatTx/>
                  </a:bodyPr>
                  <a:lstStyle/>
                  <a:p>
                    <a:endParaRPr lang="zh-CN" altLang="en-US" sz="1799"/>
                  </a:p>
                </p:txBody>
              </p:sp>
              <p:sp>
                <p:nvSpPr>
                  <p:cNvPr id="117" name="Rectangle 45">
                    <a:extLst>
                      <a:ext uri="{FF2B5EF4-FFF2-40B4-BE49-F238E27FC236}">
                        <a16:creationId xmlns:a16="http://schemas.microsoft.com/office/drawing/2014/main" id="{F044D115-ACFC-53BA-B3DB-13D08F13409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298" y="288"/>
                    <a:ext cx="48" cy="816"/>
                  </a:xfrm>
                  <a:prstGeom prst="rect">
                    <a:avLst/>
                  </a:prstGeom>
                  <a:solidFill>
                    <a:srgbClr val="FFFF00"/>
                  </a:solidFill>
                  <a:ln w="9525">
                    <a:miter lim="800000"/>
                    <a:headEnd/>
                    <a:tailEnd/>
                  </a:ln>
                  <a:scene3d>
                    <a:camera prst="legacyObliqueTopRight"/>
                    <a:lightRig rig="legacyFlat3" dir="b"/>
                  </a:scene3d>
                  <a:sp3d extrusionH="430200" prstMaterial="legacyMatte">
                    <a:bevelT w="13500" h="13500" prst="angle"/>
                    <a:bevelB w="13500" h="13500" prst="angle"/>
                    <a:extrusionClr>
                      <a:srgbClr val="FFFF00"/>
                    </a:extrusionClr>
                  </a:sp3d>
                </p:spPr>
                <p:txBody>
                  <a:bodyPr wrap="none" anchor="ctr">
                    <a:flatTx/>
                  </a:bodyPr>
                  <a:lstStyle/>
                  <a:p>
                    <a:endParaRPr lang="zh-CN" altLang="en-US" sz="1799"/>
                  </a:p>
                </p:txBody>
              </p:sp>
            </p:grpSp>
            <p:grpSp>
              <p:nvGrpSpPr>
                <p:cNvPr id="54" name="Group 46">
                  <a:extLst>
                    <a:ext uri="{FF2B5EF4-FFF2-40B4-BE49-F238E27FC236}">
                      <a16:creationId xmlns:a16="http://schemas.microsoft.com/office/drawing/2014/main" id="{6CEAB037-B665-A532-3505-B14E1A6A13A7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538" y="378"/>
                  <a:ext cx="150" cy="912"/>
                  <a:chOff x="2298" y="192"/>
                  <a:chExt cx="150" cy="912"/>
                </a:xfrm>
              </p:grpSpPr>
              <p:sp>
                <p:nvSpPr>
                  <p:cNvPr id="55" name="Rectangle 47">
                    <a:extLst>
                      <a:ext uri="{FF2B5EF4-FFF2-40B4-BE49-F238E27FC236}">
                        <a16:creationId xmlns:a16="http://schemas.microsoft.com/office/drawing/2014/main" id="{75E82971-FD1E-A10A-1CC3-4CF8F0CF679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400" y="192"/>
                    <a:ext cx="48" cy="816"/>
                  </a:xfrm>
                  <a:prstGeom prst="rect">
                    <a:avLst/>
                  </a:prstGeom>
                  <a:solidFill>
                    <a:srgbClr val="FFFF00"/>
                  </a:solidFill>
                  <a:ln w="9525">
                    <a:miter lim="800000"/>
                    <a:headEnd/>
                    <a:tailEnd/>
                  </a:ln>
                  <a:scene3d>
                    <a:camera prst="legacyObliqueTopRight"/>
                    <a:lightRig rig="legacyFlat3" dir="b"/>
                  </a:scene3d>
                  <a:sp3d extrusionH="430200" prstMaterial="legacyMatte">
                    <a:bevelT w="13500" h="13500" prst="angle"/>
                    <a:bevelB w="13500" h="13500" prst="angle"/>
                    <a:extrusionClr>
                      <a:srgbClr val="FFFF00"/>
                    </a:extrusionClr>
                  </a:sp3d>
                </p:spPr>
                <p:txBody>
                  <a:bodyPr wrap="none" anchor="ctr">
                    <a:flatTx/>
                  </a:bodyPr>
                  <a:lstStyle/>
                  <a:p>
                    <a:endParaRPr lang="zh-CN" altLang="en-US" sz="1799"/>
                  </a:p>
                </p:txBody>
              </p:sp>
              <p:sp>
                <p:nvSpPr>
                  <p:cNvPr id="115" name="Rectangle 48">
                    <a:extLst>
                      <a:ext uri="{FF2B5EF4-FFF2-40B4-BE49-F238E27FC236}">
                        <a16:creationId xmlns:a16="http://schemas.microsoft.com/office/drawing/2014/main" id="{A372F648-2078-B759-2E25-1258CD3F870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298" y="288"/>
                    <a:ext cx="48" cy="816"/>
                  </a:xfrm>
                  <a:prstGeom prst="rect">
                    <a:avLst/>
                  </a:prstGeom>
                  <a:solidFill>
                    <a:srgbClr val="FFFF00"/>
                  </a:solidFill>
                  <a:ln w="9525">
                    <a:miter lim="800000"/>
                    <a:headEnd/>
                    <a:tailEnd/>
                  </a:ln>
                  <a:scene3d>
                    <a:camera prst="legacyObliqueTopRight"/>
                    <a:lightRig rig="legacyFlat3" dir="b"/>
                  </a:scene3d>
                  <a:sp3d extrusionH="430200" prstMaterial="legacyMatte">
                    <a:bevelT w="13500" h="13500" prst="angle"/>
                    <a:bevelB w="13500" h="13500" prst="angle"/>
                    <a:extrusionClr>
                      <a:srgbClr val="FFFF00"/>
                    </a:extrusionClr>
                  </a:sp3d>
                </p:spPr>
                <p:txBody>
                  <a:bodyPr wrap="none" anchor="ctr">
                    <a:flatTx/>
                  </a:bodyPr>
                  <a:lstStyle/>
                  <a:p>
                    <a:endParaRPr lang="zh-CN" altLang="en-US" sz="1799"/>
                  </a:p>
                </p:txBody>
              </p:sp>
            </p:grpSp>
          </p:grpSp>
        </p:grpSp>
        <p:graphicFrame>
          <p:nvGraphicFramePr>
            <p:cNvPr id="50" name="Object 9">
              <a:extLst>
                <a:ext uri="{FF2B5EF4-FFF2-40B4-BE49-F238E27FC236}">
                  <a16:creationId xmlns:a16="http://schemas.microsoft.com/office/drawing/2014/main" id="{DBA30E44-893C-9FCC-ECBE-C7C4E25E992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016" y="1383"/>
            <a:ext cx="192" cy="11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215" name="Equation" r:id="rId13" imgW="266400" imgH="152280" progId="Equation.3">
                    <p:embed/>
                  </p:oleObj>
                </mc:Choice>
                <mc:Fallback>
                  <p:oleObj name="Equation" r:id="rId13" imgW="266400" imgH="152280" progId="Equation.3">
                    <p:embed/>
                    <p:pic>
                      <p:nvPicPr>
                        <p:cNvPr id="28680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16" y="1383"/>
                          <a:ext cx="192" cy="11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24" name="Group 50">
            <a:extLst>
              <a:ext uri="{FF2B5EF4-FFF2-40B4-BE49-F238E27FC236}">
                <a16:creationId xmlns:a16="http://schemas.microsoft.com/office/drawing/2014/main" id="{8A5A1EBA-38FC-1D76-FF59-0DC75F7E7CE6}"/>
              </a:ext>
            </a:extLst>
          </p:cNvPr>
          <p:cNvGrpSpPr>
            <a:grpSpLocks/>
          </p:cNvGrpSpPr>
          <p:nvPr/>
        </p:nvGrpSpPr>
        <p:grpSpPr bwMode="auto">
          <a:xfrm>
            <a:off x="3120614" y="2439742"/>
            <a:ext cx="1656327" cy="1220827"/>
            <a:chOff x="960" y="120"/>
            <a:chExt cx="1392" cy="1368"/>
          </a:xfrm>
        </p:grpSpPr>
        <p:grpSp>
          <p:nvGrpSpPr>
            <p:cNvPr id="125" name="Group 51">
              <a:extLst>
                <a:ext uri="{FF2B5EF4-FFF2-40B4-BE49-F238E27FC236}">
                  <a16:creationId xmlns:a16="http://schemas.microsoft.com/office/drawing/2014/main" id="{6C98C021-AD19-52B4-FCE1-765310B620A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59" y="120"/>
              <a:ext cx="1293" cy="600"/>
              <a:chOff x="915" y="120"/>
              <a:chExt cx="1293" cy="600"/>
            </a:xfrm>
          </p:grpSpPr>
          <p:sp>
            <p:nvSpPr>
              <p:cNvPr id="130" name="Line 52">
                <a:extLst>
                  <a:ext uri="{FF2B5EF4-FFF2-40B4-BE49-F238E27FC236}">
                    <a16:creationId xmlns:a16="http://schemas.microsoft.com/office/drawing/2014/main" id="{45032DAE-A620-822F-694C-E743737FD8D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40" y="120"/>
                <a:ext cx="768" cy="0"/>
              </a:xfrm>
              <a:prstGeom prst="line">
                <a:avLst/>
              </a:prstGeom>
              <a:noFill/>
              <a:ln w="38100">
                <a:solidFill>
                  <a:srgbClr val="FF66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799"/>
              </a:p>
            </p:txBody>
          </p:sp>
          <p:sp>
            <p:nvSpPr>
              <p:cNvPr id="131" name="Line 53">
                <a:extLst>
                  <a:ext uri="{FF2B5EF4-FFF2-40B4-BE49-F238E27FC236}">
                    <a16:creationId xmlns:a16="http://schemas.microsoft.com/office/drawing/2014/main" id="{DD2A630C-ABAA-AA05-05B4-AEB57EBC815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15" y="720"/>
                <a:ext cx="768" cy="0"/>
              </a:xfrm>
              <a:prstGeom prst="line">
                <a:avLst/>
              </a:prstGeom>
              <a:noFill/>
              <a:ln w="38100">
                <a:solidFill>
                  <a:srgbClr val="FF66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799"/>
              </a:p>
            </p:txBody>
          </p:sp>
          <p:sp>
            <p:nvSpPr>
              <p:cNvPr id="132" name="Line 54">
                <a:extLst>
                  <a:ext uri="{FF2B5EF4-FFF2-40B4-BE49-F238E27FC236}">
                    <a16:creationId xmlns:a16="http://schemas.microsoft.com/office/drawing/2014/main" id="{396DDDF1-27B5-653E-F28F-C81899596BE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55" y="423"/>
                <a:ext cx="768" cy="0"/>
              </a:xfrm>
              <a:prstGeom prst="line">
                <a:avLst/>
              </a:prstGeom>
              <a:noFill/>
              <a:ln w="38100">
                <a:solidFill>
                  <a:srgbClr val="FF66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799"/>
              </a:p>
            </p:txBody>
          </p:sp>
        </p:grpSp>
        <p:grpSp>
          <p:nvGrpSpPr>
            <p:cNvPr id="126" name="Group 55">
              <a:extLst>
                <a:ext uri="{FF2B5EF4-FFF2-40B4-BE49-F238E27FC236}">
                  <a16:creationId xmlns:a16="http://schemas.microsoft.com/office/drawing/2014/main" id="{F4B3F654-0727-1D8D-77A8-767E12040F8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60" y="888"/>
              <a:ext cx="1293" cy="600"/>
              <a:chOff x="915" y="120"/>
              <a:chExt cx="1293" cy="600"/>
            </a:xfrm>
          </p:grpSpPr>
          <p:sp>
            <p:nvSpPr>
              <p:cNvPr id="127" name="Line 56">
                <a:extLst>
                  <a:ext uri="{FF2B5EF4-FFF2-40B4-BE49-F238E27FC236}">
                    <a16:creationId xmlns:a16="http://schemas.microsoft.com/office/drawing/2014/main" id="{38F8AD43-3926-A2F3-5B21-4646AA4EA63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40" y="120"/>
                <a:ext cx="768" cy="0"/>
              </a:xfrm>
              <a:prstGeom prst="line">
                <a:avLst/>
              </a:prstGeom>
              <a:noFill/>
              <a:ln w="38100">
                <a:solidFill>
                  <a:srgbClr val="FF66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799"/>
              </a:p>
            </p:txBody>
          </p:sp>
          <p:sp>
            <p:nvSpPr>
              <p:cNvPr id="128" name="Line 57">
                <a:extLst>
                  <a:ext uri="{FF2B5EF4-FFF2-40B4-BE49-F238E27FC236}">
                    <a16:creationId xmlns:a16="http://schemas.microsoft.com/office/drawing/2014/main" id="{8AAA294C-A7D7-D19F-DB31-5B1568080EA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15" y="720"/>
                <a:ext cx="768" cy="0"/>
              </a:xfrm>
              <a:prstGeom prst="line">
                <a:avLst/>
              </a:prstGeom>
              <a:noFill/>
              <a:ln w="38100">
                <a:solidFill>
                  <a:srgbClr val="FF66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799"/>
              </a:p>
            </p:txBody>
          </p:sp>
          <p:sp>
            <p:nvSpPr>
              <p:cNvPr id="129" name="Line 58">
                <a:extLst>
                  <a:ext uri="{FF2B5EF4-FFF2-40B4-BE49-F238E27FC236}">
                    <a16:creationId xmlns:a16="http://schemas.microsoft.com/office/drawing/2014/main" id="{DFD4D5C3-FA9B-389B-1227-921CBEAD524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55" y="423"/>
                <a:ext cx="768" cy="0"/>
              </a:xfrm>
              <a:prstGeom prst="line">
                <a:avLst/>
              </a:prstGeom>
              <a:noFill/>
              <a:ln w="38100">
                <a:solidFill>
                  <a:srgbClr val="FF66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799"/>
              </a:p>
            </p:txBody>
          </p:sp>
        </p:grpSp>
      </p:grpSp>
      <p:grpSp>
        <p:nvGrpSpPr>
          <p:cNvPr id="133" name="Group 59">
            <a:extLst>
              <a:ext uri="{FF2B5EF4-FFF2-40B4-BE49-F238E27FC236}">
                <a16:creationId xmlns:a16="http://schemas.microsoft.com/office/drawing/2014/main" id="{90E73941-1EEB-B9BE-A218-6EB39022D219}"/>
              </a:ext>
            </a:extLst>
          </p:cNvPr>
          <p:cNvGrpSpPr>
            <a:grpSpLocks/>
          </p:cNvGrpSpPr>
          <p:nvPr/>
        </p:nvGrpSpPr>
        <p:grpSpPr bwMode="auto">
          <a:xfrm>
            <a:off x="3006384" y="2554863"/>
            <a:ext cx="1656327" cy="1220827"/>
            <a:chOff x="960" y="120"/>
            <a:chExt cx="1392" cy="1368"/>
          </a:xfrm>
        </p:grpSpPr>
        <p:grpSp>
          <p:nvGrpSpPr>
            <p:cNvPr id="134" name="Group 60">
              <a:extLst>
                <a:ext uri="{FF2B5EF4-FFF2-40B4-BE49-F238E27FC236}">
                  <a16:creationId xmlns:a16="http://schemas.microsoft.com/office/drawing/2014/main" id="{B969BEB8-0662-05E1-8DC2-E69A9544612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59" y="120"/>
              <a:ext cx="1293" cy="600"/>
              <a:chOff x="915" y="120"/>
              <a:chExt cx="1293" cy="600"/>
            </a:xfrm>
          </p:grpSpPr>
          <p:sp>
            <p:nvSpPr>
              <p:cNvPr id="139" name="Line 61">
                <a:extLst>
                  <a:ext uri="{FF2B5EF4-FFF2-40B4-BE49-F238E27FC236}">
                    <a16:creationId xmlns:a16="http://schemas.microsoft.com/office/drawing/2014/main" id="{1A75B629-B9A2-2B37-EC4E-F704DA12BF8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40" y="120"/>
                <a:ext cx="768" cy="0"/>
              </a:xfrm>
              <a:prstGeom prst="line">
                <a:avLst/>
              </a:prstGeom>
              <a:noFill/>
              <a:ln w="38100">
                <a:solidFill>
                  <a:srgbClr val="0066FF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799"/>
              </a:p>
            </p:txBody>
          </p:sp>
          <p:sp>
            <p:nvSpPr>
              <p:cNvPr id="140" name="Line 62">
                <a:extLst>
                  <a:ext uri="{FF2B5EF4-FFF2-40B4-BE49-F238E27FC236}">
                    <a16:creationId xmlns:a16="http://schemas.microsoft.com/office/drawing/2014/main" id="{AF55A55E-5774-0C58-6F78-2FD2519D3EF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15" y="720"/>
                <a:ext cx="768" cy="0"/>
              </a:xfrm>
              <a:prstGeom prst="line">
                <a:avLst/>
              </a:prstGeom>
              <a:noFill/>
              <a:ln w="38100">
                <a:solidFill>
                  <a:srgbClr val="0066FF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799"/>
              </a:p>
            </p:txBody>
          </p:sp>
          <p:sp>
            <p:nvSpPr>
              <p:cNvPr id="141" name="Line 63">
                <a:extLst>
                  <a:ext uri="{FF2B5EF4-FFF2-40B4-BE49-F238E27FC236}">
                    <a16:creationId xmlns:a16="http://schemas.microsoft.com/office/drawing/2014/main" id="{0F62291E-1E0E-05C0-7CAE-2965C49BF9F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55" y="423"/>
                <a:ext cx="768" cy="0"/>
              </a:xfrm>
              <a:prstGeom prst="line">
                <a:avLst/>
              </a:prstGeom>
              <a:noFill/>
              <a:ln w="38100">
                <a:solidFill>
                  <a:srgbClr val="0066FF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799"/>
              </a:p>
            </p:txBody>
          </p:sp>
        </p:grpSp>
        <p:grpSp>
          <p:nvGrpSpPr>
            <p:cNvPr id="135" name="Group 64">
              <a:extLst>
                <a:ext uri="{FF2B5EF4-FFF2-40B4-BE49-F238E27FC236}">
                  <a16:creationId xmlns:a16="http://schemas.microsoft.com/office/drawing/2014/main" id="{A386F792-B8BB-115C-5D2A-932E4CE96D0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60" y="888"/>
              <a:ext cx="1293" cy="600"/>
              <a:chOff x="915" y="120"/>
              <a:chExt cx="1293" cy="600"/>
            </a:xfrm>
          </p:grpSpPr>
          <p:sp>
            <p:nvSpPr>
              <p:cNvPr id="136" name="Line 65">
                <a:extLst>
                  <a:ext uri="{FF2B5EF4-FFF2-40B4-BE49-F238E27FC236}">
                    <a16:creationId xmlns:a16="http://schemas.microsoft.com/office/drawing/2014/main" id="{8AD37096-FDEA-5F3B-0C47-BED3F1AE4F3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40" y="120"/>
                <a:ext cx="768" cy="0"/>
              </a:xfrm>
              <a:prstGeom prst="line">
                <a:avLst/>
              </a:prstGeom>
              <a:noFill/>
              <a:ln w="38100">
                <a:solidFill>
                  <a:srgbClr val="0066FF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799"/>
              </a:p>
            </p:txBody>
          </p:sp>
          <p:sp>
            <p:nvSpPr>
              <p:cNvPr id="137" name="Line 66">
                <a:extLst>
                  <a:ext uri="{FF2B5EF4-FFF2-40B4-BE49-F238E27FC236}">
                    <a16:creationId xmlns:a16="http://schemas.microsoft.com/office/drawing/2014/main" id="{557C2FCA-7D31-B7E4-A3FC-783EE8EF938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15" y="720"/>
                <a:ext cx="768" cy="0"/>
              </a:xfrm>
              <a:prstGeom prst="line">
                <a:avLst/>
              </a:prstGeom>
              <a:noFill/>
              <a:ln w="38100">
                <a:solidFill>
                  <a:srgbClr val="0066FF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799"/>
              </a:p>
            </p:txBody>
          </p:sp>
          <p:sp>
            <p:nvSpPr>
              <p:cNvPr id="138" name="Line 67">
                <a:extLst>
                  <a:ext uri="{FF2B5EF4-FFF2-40B4-BE49-F238E27FC236}">
                    <a16:creationId xmlns:a16="http://schemas.microsoft.com/office/drawing/2014/main" id="{4C462A4D-5443-8183-7F5E-23E3DAA8518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55" y="423"/>
                <a:ext cx="768" cy="0"/>
              </a:xfrm>
              <a:prstGeom prst="line">
                <a:avLst/>
              </a:prstGeom>
              <a:noFill/>
              <a:ln w="38100">
                <a:solidFill>
                  <a:srgbClr val="0066FF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799"/>
              </a:p>
            </p:txBody>
          </p:sp>
        </p:grpSp>
      </p:grpSp>
      <p:grpSp>
        <p:nvGrpSpPr>
          <p:cNvPr id="142" name="Group 68">
            <a:extLst>
              <a:ext uri="{FF2B5EF4-FFF2-40B4-BE49-F238E27FC236}">
                <a16:creationId xmlns:a16="http://schemas.microsoft.com/office/drawing/2014/main" id="{8C611FA4-DFC8-EF25-7DD5-812718B06A96}"/>
              </a:ext>
            </a:extLst>
          </p:cNvPr>
          <p:cNvGrpSpPr>
            <a:grpSpLocks/>
          </p:cNvGrpSpPr>
          <p:nvPr/>
        </p:nvGrpSpPr>
        <p:grpSpPr bwMode="auto">
          <a:xfrm>
            <a:off x="4027310" y="2407615"/>
            <a:ext cx="856721" cy="1499261"/>
            <a:chOff x="3216" y="-96"/>
            <a:chExt cx="720" cy="1680"/>
          </a:xfrm>
        </p:grpSpPr>
        <p:grpSp>
          <p:nvGrpSpPr>
            <p:cNvPr id="143" name="Group 69">
              <a:extLst>
                <a:ext uri="{FF2B5EF4-FFF2-40B4-BE49-F238E27FC236}">
                  <a16:creationId xmlns:a16="http://schemas.microsoft.com/office/drawing/2014/main" id="{2A093900-5185-50F3-959A-342DFBF4063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16" y="-96"/>
              <a:ext cx="720" cy="1680"/>
              <a:chOff x="2640" y="96"/>
              <a:chExt cx="732" cy="1467"/>
            </a:xfrm>
          </p:grpSpPr>
          <p:grpSp>
            <p:nvGrpSpPr>
              <p:cNvPr id="145" name="Group 70">
                <a:extLst>
                  <a:ext uri="{FF2B5EF4-FFF2-40B4-BE49-F238E27FC236}">
                    <a16:creationId xmlns:a16="http://schemas.microsoft.com/office/drawing/2014/main" id="{9145A35E-8062-9456-1352-A772834FC75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024" y="96"/>
                <a:ext cx="348" cy="1098"/>
                <a:chOff x="2538" y="192"/>
                <a:chExt cx="348" cy="1098"/>
              </a:xfrm>
            </p:grpSpPr>
            <p:grpSp>
              <p:nvGrpSpPr>
                <p:cNvPr id="153" name="Group 71">
                  <a:extLst>
                    <a:ext uri="{FF2B5EF4-FFF2-40B4-BE49-F238E27FC236}">
                      <a16:creationId xmlns:a16="http://schemas.microsoft.com/office/drawing/2014/main" id="{C76BEE2E-E368-6098-5BD3-3EF83D2ADFEE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736" y="192"/>
                  <a:ext cx="150" cy="912"/>
                  <a:chOff x="2298" y="192"/>
                  <a:chExt cx="150" cy="912"/>
                </a:xfrm>
              </p:grpSpPr>
              <p:sp>
                <p:nvSpPr>
                  <p:cNvPr id="157" name="Rectangle 72">
                    <a:extLst>
                      <a:ext uri="{FF2B5EF4-FFF2-40B4-BE49-F238E27FC236}">
                        <a16:creationId xmlns:a16="http://schemas.microsoft.com/office/drawing/2014/main" id="{771B0E55-74A8-3089-0FDF-A3591EACD97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400" y="192"/>
                    <a:ext cx="48" cy="816"/>
                  </a:xfrm>
                  <a:prstGeom prst="rect">
                    <a:avLst/>
                  </a:prstGeom>
                  <a:solidFill>
                    <a:srgbClr val="66FFFF"/>
                  </a:solidFill>
                  <a:ln w="9525">
                    <a:miter lim="800000"/>
                    <a:headEnd/>
                    <a:tailEnd/>
                  </a:ln>
                  <a:scene3d>
                    <a:camera prst="legacyObliqueTopRight"/>
                    <a:lightRig rig="legacyFlat3" dir="b"/>
                  </a:scene3d>
                  <a:sp3d extrusionH="430200" prstMaterial="legacyMatte">
                    <a:bevelT w="13500" h="13500" prst="angle"/>
                    <a:bevelB w="13500" h="13500" prst="angle"/>
                    <a:extrusionClr>
                      <a:srgbClr val="66FFFF"/>
                    </a:extrusionClr>
                  </a:sp3d>
                </p:spPr>
                <p:txBody>
                  <a:bodyPr wrap="none" anchor="ctr">
                    <a:flatTx/>
                  </a:bodyPr>
                  <a:lstStyle/>
                  <a:p>
                    <a:endParaRPr lang="zh-CN" altLang="en-US" sz="1799"/>
                  </a:p>
                </p:txBody>
              </p:sp>
              <p:sp>
                <p:nvSpPr>
                  <p:cNvPr id="158" name="Rectangle 73">
                    <a:extLst>
                      <a:ext uri="{FF2B5EF4-FFF2-40B4-BE49-F238E27FC236}">
                        <a16:creationId xmlns:a16="http://schemas.microsoft.com/office/drawing/2014/main" id="{9D9F8420-9F51-891C-89BB-922689756F3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298" y="288"/>
                    <a:ext cx="48" cy="816"/>
                  </a:xfrm>
                  <a:prstGeom prst="rect">
                    <a:avLst/>
                  </a:prstGeom>
                  <a:solidFill>
                    <a:srgbClr val="66FFFF"/>
                  </a:solidFill>
                  <a:ln w="9525">
                    <a:miter lim="800000"/>
                    <a:headEnd/>
                    <a:tailEnd/>
                  </a:ln>
                  <a:scene3d>
                    <a:camera prst="legacyObliqueTopRight"/>
                    <a:lightRig rig="legacyFlat3" dir="b"/>
                  </a:scene3d>
                  <a:sp3d extrusionH="430200" prstMaterial="legacyMatte">
                    <a:bevelT w="13500" h="13500" prst="angle"/>
                    <a:bevelB w="13500" h="13500" prst="angle"/>
                    <a:extrusionClr>
                      <a:srgbClr val="66FFFF"/>
                    </a:extrusionClr>
                  </a:sp3d>
                </p:spPr>
                <p:txBody>
                  <a:bodyPr wrap="none" anchor="ctr">
                    <a:flatTx/>
                  </a:bodyPr>
                  <a:lstStyle/>
                  <a:p>
                    <a:endParaRPr lang="zh-CN" altLang="en-US" sz="1799"/>
                  </a:p>
                </p:txBody>
              </p:sp>
            </p:grpSp>
            <p:grpSp>
              <p:nvGrpSpPr>
                <p:cNvPr id="154" name="Group 74">
                  <a:extLst>
                    <a:ext uri="{FF2B5EF4-FFF2-40B4-BE49-F238E27FC236}">
                      <a16:creationId xmlns:a16="http://schemas.microsoft.com/office/drawing/2014/main" id="{C6CE1AE0-1531-0AE5-C84C-68B236272F54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538" y="378"/>
                  <a:ext cx="150" cy="912"/>
                  <a:chOff x="2298" y="192"/>
                  <a:chExt cx="150" cy="912"/>
                </a:xfrm>
              </p:grpSpPr>
              <p:sp>
                <p:nvSpPr>
                  <p:cNvPr id="155" name="Rectangle 75">
                    <a:extLst>
                      <a:ext uri="{FF2B5EF4-FFF2-40B4-BE49-F238E27FC236}">
                        <a16:creationId xmlns:a16="http://schemas.microsoft.com/office/drawing/2014/main" id="{EDE089D1-FBFD-02FF-8E2C-57FE9BA1C09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400" y="192"/>
                    <a:ext cx="48" cy="816"/>
                  </a:xfrm>
                  <a:prstGeom prst="rect">
                    <a:avLst/>
                  </a:prstGeom>
                  <a:solidFill>
                    <a:srgbClr val="66FFFF"/>
                  </a:solidFill>
                  <a:ln w="9525">
                    <a:miter lim="800000"/>
                    <a:headEnd/>
                    <a:tailEnd/>
                  </a:ln>
                  <a:scene3d>
                    <a:camera prst="legacyObliqueTopRight"/>
                    <a:lightRig rig="legacyFlat3" dir="b"/>
                  </a:scene3d>
                  <a:sp3d extrusionH="430200" prstMaterial="legacyMatte">
                    <a:bevelT w="13500" h="13500" prst="angle"/>
                    <a:bevelB w="13500" h="13500" prst="angle"/>
                    <a:extrusionClr>
                      <a:srgbClr val="66FFFF"/>
                    </a:extrusionClr>
                  </a:sp3d>
                </p:spPr>
                <p:txBody>
                  <a:bodyPr wrap="none" anchor="ctr">
                    <a:flatTx/>
                  </a:bodyPr>
                  <a:lstStyle/>
                  <a:p>
                    <a:endParaRPr lang="zh-CN" altLang="en-US" sz="1799"/>
                  </a:p>
                </p:txBody>
              </p:sp>
              <p:sp>
                <p:nvSpPr>
                  <p:cNvPr id="156" name="Rectangle 76">
                    <a:extLst>
                      <a:ext uri="{FF2B5EF4-FFF2-40B4-BE49-F238E27FC236}">
                        <a16:creationId xmlns:a16="http://schemas.microsoft.com/office/drawing/2014/main" id="{0CF76BA3-4293-A98D-8BC1-73D0ED53173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298" y="288"/>
                    <a:ext cx="48" cy="816"/>
                  </a:xfrm>
                  <a:prstGeom prst="rect">
                    <a:avLst/>
                  </a:prstGeom>
                  <a:solidFill>
                    <a:srgbClr val="66FFFF"/>
                  </a:solidFill>
                  <a:ln w="9525">
                    <a:miter lim="800000"/>
                    <a:headEnd/>
                    <a:tailEnd/>
                  </a:ln>
                  <a:scene3d>
                    <a:camera prst="legacyObliqueTopRight"/>
                    <a:lightRig rig="legacyFlat3" dir="b"/>
                  </a:scene3d>
                  <a:sp3d extrusionH="430200" prstMaterial="legacyMatte">
                    <a:bevelT w="13500" h="13500" prst="angle"/>
                    <a:bevelB w="13500" h="13500" prst="angle"/>
                    <a:extrusionClr>
                      <a:srgbClr val="66FFFF"/>
                    </a:extrusionClr>
                  </a:sp3d>
                </p:spPr>
                <p:txBody>
                  <a:bodyPr wrap="none" anchor="ctr">
                    <a:flatTx/>
                  </a:bodyPr>
                  <a:lstStyle/>
                  <a:p>
                    <a:endParaRPr lang="zh-CN" altLang="en-US" sz="1799"/>
                  </a:p>
                </p:txBody>
              </p:sp>
            </p:grpSp>
          </p:grpSp>
          <p:grpSp>
            <p:nvGrpSpPr>
              <p:cNvPr id="146" name="Group 77">
                <a:extLst>
                  <a:ext uri="{FF2B5EF4-FFF2-40B4-BE49-F238E27FC236}">
                    <a16:creationId xmlns:a16="http://schemas.microsoft.com/office/drawing/2014/main" id="{F0F811A5-ACD4-4941-843F-7EAA20A1115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640" y="465"/>
                <a:ext cx="348" cy="1098"/>
                <a:chOff x="2538" y="192"/>
                <a:chExt cx="348" cy="1098"/>
              </a:xfrm>
            </p:grpSpPr>
            <p:grpSp>
              <p:nvGrpSpPr>
                <p:cNvPr id="147" name="Group 78">
                  <a:extLst>
                    <a:ext uri="{FF2B5EF4-FFF2-40B4-BE49-F238E27FC236}">
                      <a16:creationId xmlns:a16="http://schemas.microsoft.com/office/drawing/2014/main" id="{612DEBFE-E258-A691-615E-964D6AC643B8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736" y="192"/>
                  <a:ext cx="150" cy="912"/>
                  <a:chOff x="2298" y="192"/>
                  <a:chExt cx="150" cy="912"/>
                </a:xfrm>
              </p:grpSpPr>
              <p:sp>
                <p:nvSpPr>
                  <p:cNvPr id="151" name="Rectangle 79">
                    <a:extLst>
                      <a:ext uri="{FF2B5EF4-FFF2-40B4-BE49-F238E27FC236}">
                        <a16:creationId xmlns:a16="http://schemas.microsoft.com/office/drawing/2014/main" id="{FCD867BB-16CE-5EB0-813F-E892DA7F5AF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400" y="192"/>
                    <a:ext cx="48" cy="816"/>
                  </a:xfrm>
                  <a:prstGeom prst="rect">
                    <a:avLst/>
                  </a:prstGeom>
                  <a:solidFill>
                    <a:srgbClr val="66FFFF"/>
                  </a:solidFill>
                  <a:ln w="9525">
                    <a:miter lim="800000"/>
                    <a:headEnd/>
                    <a:tailEnd/>
                  </a:ln>
                  <a:scene3d>
                    <a:camera prst="legacyObliqueTopRight"/>
                    <a:lightRig rig="legacyFlat3" dir="b"/>
                  </a:scene3d>
                  <a:sp3d extrusionH="430200" prstMaterial="legacyMatte">
                    <a:bevelT w="13500" h="13500" prst="angle"/>
                    <a:bevelB w="13500" h="13500" prst="angle"/>
                    <a:extrusionClr>
                      <a:srgbClr val="66FFFF"/>
                    </a:extrusionClr>
                  </a:sp3d>
                </p:spPr>
                <p:txBody>
                  <a:bodyPr wrap="none" anchor="ctr">
                    <a:flatTx/>
                  </a:bodyPr>
                  <a:lstStyle/>
                  <a:p>
                    <a:endParaRPr lang="zh-CN" altLang="en-US" sz="1799"/>
                  </a:p>
                </p:txBody>
              </p:sp>
              <p:sp>
                <p:nvSpPr>
                  <p:cNvPr id="152" name="Rectangle 80">
                    <a:extLst>
                      <a:ext uri="{FF2B5EF4-FFF2-40B4-BE49-F238E27FC236}">
                        <a16:creationId xmlns:a16="http://schemas.microsoft.com/office/drawing/2014/main" id="{EDB5CE7B-C994-EEB4-0AC3-8E0105D6EB7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298" y="288"/>
                    <a:ext cx="48" cy="816"/>
                  </a:xfrm>
                  <a:prstGeom prst="rect">
                    <a:avLst/>
                  </a:prstGeom>
                  <a:solidFill>
                    <a:srgbClr val="66FFFF"/>
                  </a:solidFill>
                  <a:ln w="9525">
                    <a:miter lim="800000"/>
                    <a:headEnd/>
                    <a:tailEnd/>
                  </a:ln>
                  <a:scene3d>
                    <a:camera prst="legacyObliqueTopRight"/>
                    <a:lightRig rig="legacyFlat3" dir="b"/>
                  </a:scene3d>
                  <a:sp3d extrusionH="430200" prstMaterial="legacyMatte">
                    <a:bevelT w="13500" h="13500" prst="angle"/>
                    <a:bevelB w="13500" h="13500" prst="angle"/>
                    <a:extrusionClr>
                      <a:srgbClr val="66FFFF"/>
                    </a:extrusionClr>
                  </a:sp3d>
                </p:spPr>
                <p:txBody>
                  <a:bodyPr wrap="none" anchor="ctr">
                    <a:flatTx/>
                  </a:bodyPr>
                  <a:lstStyle/>
                  <a:p>
                    <a:endParaRPr lang="zh-CN" altLang="en-US" sz="1799"/>
                  </a:p>
                </p:txBody>
              </p:sp>
            </p:grpSp>
            <p:grpSp>
              <p:nvGrpSpPr>
                <p:cNvPr id="148" name="Group 81">
                  <a:extLst>
                    <a:ext uri="{FF2B5EF4-FFF2-40B4-BE49-F238E27FC236}">
                      <a16:creationId xmlns:a16="http://schemas.microsoft.com/office/drawing/2014/main" id="{A3030E52-1BC1-F527-E461-C75DE9BC1995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538" y="378"/>
                  <a:ext cx="150" cy="912"/>
                  <a:chOff x="2298" y="192"/>
                  <a:chExt cx="150" cy="912"/>
                </a:xfrm>
              </p:grpSpPr>
              <p:sp>
                <p:nvSpPr>
                  <p:cNvPr id="149" name="Rectangle 82">
                    <a:extLst>
                      <a:ext uri="{FF2B5EF4-FFF2-40B4-BE49-F238E27FC236}">
                        <a16:creationId xmlns:a16="http://schemas.microsoft.com/office/drawing/2014/main" id="{637F5078-54E8-1639-6743-4CABC6E865F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400" y="192"/>
                    <a:ext cx="48" cy="816"/>
                  </a:xfrm>
                  <a:prstGeom prst="rect">
                    <a:avLst/>
                  </a:prstGeom>
                  <a:solidFill>
                    <a:srgbClr val="66FFFF"/>
                  </a:solidFill>
                  <a:ln w="9525">
                    <a:miter lim="800000"/>
                    <a:headEnd/>
                    <a:tailEnd/>
                  </a:ln>
                  <a:scene3d>
                    <a:camera prst="legacyObliqueTopRight"/>
                    <a:lightRig rig="legacyFlat3" dir="b"/>
                  </a:scene3d>
                  <a:sp3d extrusionH="430200" prstMaterial="legacyMatte">
                    <a:bevelT w="13500" h="13500" prst="angle"/>
                    <a:bevelB w="13500" h="13500" prst="angle"/>
                    <a:extrusionClr>
                      <a:srgbClr val="66FFFF"/>
                    </a:extrusionClr>
                  </a:sp3d>
                </p:spPr>
                <p:txBody>
                  <a:bodyPr wrap="none" anchor="ctr">
                    <a:flatTx/>
                  </a:bodyPr>
                  <a:lstStyle/>
                  <a:p>
                    <a:endParaRPr lang="zh-CN" altLang="en-US" sz="1799"/>
                  </a:p>
                </p:txBody>
              </p:sp>
              <p:sp>
                <p:nvSpPr>
                  <p:cNvPr id="150" name="Rectangle 83">
                    <a:extLst>
                      <a:ext uri="{FF2B5EF4-FFF2-40B4-BE49-F238E27FC236}">
                        <a16:creationId xmlns:a16="http://schemas.microsoft.com/office/drawing/2014/main" id="{EE7161E9-4ECD-BDE1-8914-C632424F3A5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298" y="288"/>
                    <a:ext cx="48" cy="816"/>
                  </a:xfrm>
                  <a:prstGeom prst="rect">
                    <a:avLst/>
                  </a:prstGeom>
                  <a:solidFill>
                    <a:srgbClr val="66FFFF"/>
                  </a:solidFill>
                  <a:ln w="9525">
                    <a:miter lim="800000"/>
                    <a:headEnd/>
                    <a:tailEnd/>
                  </a:ln>
                  <a:scene3d>
                    <a:camera prst="legacyObliqueTopRight"/>
                    <a:lightRig rig="legacyFlat3" dir="b"/>
                  </a:scene3d>
                  <a:sp3d extrusionH="430200" prstMaterial="legacyMatte">
                    <a:bevelT w="13500" h="13500" prst="angle"/>
                    <a:bevelB w="13500" h="13500" prst="angle"/>
                    <a:extrusionClr>
                      <a:srgbClr val="66FFFF"/>
                    </a:extrusionClr>
                  </a:sp3d>
                </p:spPr>
                <p:txBody>
                  <a:bodyPr wrap="none" anchor="ctr">
                    <a:flatTx/>
                  </a:bodyPr>
                  <a:lstStyle/>
                  <a:p>
                    <a:endParaRPr lang="zh-CN" altLang="en-US" sz="1799"/>
                  </a:p>
                </p:txBody>
              </p:sp>
            </p:grpSp>
          </p:grpSp>
        </p:grpSp>
        <p:graphicFrame>
          <p:nvGraphicFramePr>
            <p:cNvPr id="144" name="Object 8">
              <a:extLst>
                <a:ext uri="{FF2B5EF4-FFF2-40B4-BE49-F238E27FC236}">
                  <a16:creationId xmlns:a16="http://schemas.microsoft.com/office/drawing/2014/main" id="{2501EBBC-DE7A-18FE-2654-0F83EF1496C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246" y="1332"/>
            <a:ext cx="240" cy="12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216" name="Equation" r:id="rId15" imgW="266400" imgH="139680" progId="Equation.3">
                    <p:embed/>
                  </p:oleObj>
                </mc:Choice>
                <mc:Fallback>
                  <p:oleObj name="Equation" r:id="rId15" imgW="266400" imgH="139680" progId="Equation.3">
                    <p:embed/>
                    <p:pic>
                      <p:nvPicPr>
                        <p:cNvPr id="28679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46" y="1332"/>
                          <a:ext cx="240" cy="12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33CC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59" name="Group 85">
            <a:extLst>
              <a:ext uri="{FF2B5EF4-FFF2-40B4-BE49-F238E27FC236}">
                <a16:creationId xmlns:a16="http://schemas.microsoft.com/office/drawing/2014/main" id="{BDDA3DD3-076E-38C0-478A-527EE0EA6051}"/>
              </a:ext>
            </a:extLst>
          </p:cNvPr>
          <p:cNvGrpSpPr>
            <a:grpSpLocks/>
          </p:cNvGrpSpPr>
          <p:nvPr/>
        </p:nvGrpSpPr>
        <p:grpSpPr bwMode="auto">
          <a:xfrm>
            <a:off x="4148679" y="2450451"/>
            <a:ext cx="1656327" cy="1220827"/>
            <a:chOff x="960" y="120"/>
            <a:chExt cx="1392" cy="1368"/>
          </a:xfrm>
        </p:grpSpPr>
        <p:grpSp>
          <p:nvGrpSpPr>
            <p:cNvPr id="160" name="Group 86">
              <a:extLst>
                <a:ext uri="{FF2B5EF4-FFF2-40B4-BE49-F238E27FC236}">
                  <a16:creationId xmlns:a16="http://schemas.microsoft.com/office/drawing/2014/main" id="{432D3495-C6E2-CE81-687F-2A8A9CACD69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59" y="120"/>
              <a:ext cx="1293" cy="600"/>
              <a:chOff x="915" y="120"/>
              <a:chExt cx="1293" cy="600"/>
            </a:xfrm>
          </p:grpSpPr>
          <p:sp>
            <p:nvSpPr>
              <p:cNvPr id="165" name="Line 87">
                <a:extLst>
                  <a:ext uri="{FF2B5EF4-FFF2-40B4-BE49-F238E27FC236}">
                    <a16:creationId xmlns:a16="http://schemas.microsoft.com/office/drawing/2014/main" id="{CF22C56A-A21D-5242-744A-F935198A717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40" y="120"/>
                <a:ext cx="768" cy="0"/>
              </a:xfrm>
              <a:prstGeom prst="line">
                <a:avLst/>
              </a:prstGeom>
              <a:noFill/>
              <a:ln w="38100">
                <a:solidFill>
                  <a:srgbClr val="FF66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799"/>
              </a:p>
            </p:txBody>
          </p:sp>
          <p:sp>
            <p:nvSpPr>
              <p:cNvPr id="166" name="Line 88">
                <a:extLst>
                  <a:ext uri="{FF2B5EF4-FFF2-40B4-BE49-F238E27FC236}">
                    <a16:creationId xmlns:a16="http://schemas.microsoft.com/office/drawing/2014/main" id="{A7CD9275-42D7-BB26-EF2E-FB28AF2E45F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15" y="720"/>
                <a:ext cx="768" cy="0"/>
              </a:xfrm>
              <a:prstGeom prst="line">
                <a:avLst/>
              </a:prstGeom>
              <a:noFill/>
              <a:ln w="38100">
                <a:solidFill>
                  <a:srgbClr val="FF66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799"/>
              </a:p>
            </p:txBody>
          </p:sp>
          <p:sp>
            <p:nvSpPr>
              <p:cNvPr id="167" name="Line 89">
                <a:extLst>
                  <a:ext uri="{FF2B5EF4-FFF2-40B4-BE49-F238E27FC236}">
                    <a16:creationId xmlns:a16="http://schemas.microsoft.com/office/drawing/2014/main" id="{BA716ABE-6A88-F854-0183-1372C2D56BB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55" y="423"/>
                <a:ext cx="768" cy="0"/>
              </a:xfrm>
              <a:prstGeom prst="line">
                <a:avLst/>
              </a:prstGeom>
              <a:noFill/>
              <a:ln w="38100">
                <a:solidFill>
                  <a:srgbClr val="FF66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799"/>
              </a:p>
            </p:txBody>
          </p:sp>
        </p:grpSp>
        <p:grpSp>
          <p:nvGrpSpPr>
            <p:cNvPr id="161" name="Group 90">
              <a:extLst>
                <a:ext uri="{FF2B5EF4-FFF2-40B4-BE49-F238E27FC236}">
                  <a16:creationId xmlns:a16="http://schemas.microsoft.com/office/drawing/2014/main" id="{1B115D7E-C668-61E3-9C0B-A885797E143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60" y="888"/>
              <a:ext cx="1293" cy="600"/>
              <a:chOff x="915" y="120"/>
              <a:chExt cx="1293" cy="600"/>
            </a:xfrm>
          </p:grpSpPr>
          <p:sp>
            <p:nvSpPr>
              <p:cNvPr id="162" name="Line 91">
                <a:extLst>
                  <a:ext uri="{FF2B5EF4-FFF2-40B4-BE49-F238E27FC236}">
                    <a16:creationId xmlns:a16="http://schemas.microsoft.com/office/drawing/2014/main" id="{6B9AD269-2E91-4761-953E-7D16CF888E8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40" y="120"/>
                <a:ext cx="768" cy="0"/>
              </a:xfrm>
              <a:prstGeom prst="line">
                <a:avLst/>
              </a:prstGeom>
              <a:noFill/>
              <a:ln w="38100">
                <a:solidFill>
                  <a:srgbClr val="FF66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799"/>
              </a:p>
            </p:txBody>
          </p:sp>
          <p:sp>
            <p:nvSpPr>
              <p:cNvPr id="163" name="Line 92">
                <a:extLst>
                  <a:ext uri="{FF2B5EF4-FFF2-40B4-BE49-F238E27FC236}">
                    <a16:creationId xmlns:a16="http://schemas.microsoft.com/office/drawing/2014/main" id="{AD3192AA-5F6F-58E3-27EE-8C9DA363833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15" y="720"/>
                <a:ext cx="768" cy="0"/>
              </a:xfrm>
              <a:prstGeom prst="line">
                <a:avLst/>
              </a:prstGeom>
              <a:noFill/>
              <a:ln w="38100">
                <a:solidFill>
                  <a:srgbClr val="FF66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799"/>
              </a:p>
            </p:txBody>
          </p:sp>
          <p:sp>
            <p:nvSpPr>
              <p:cNvPr id="164" name="Line 93">
                <a:extLst>
                  <a:ext uri="{FF2B5EF4-FFF2-40B4-BE49-F238E27FC236}">
                    <a16:creationId xmlns:a16="http://schemas.microsoft.com/office/drawing/2014/main" id="{8E9D50F9-CE5B-FEA0-B09E-468433E37E7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55" y="423"/>
                <a:ext cx="768" cy="0"/>
              </a:xfrm>
              <a:prstGeom prst="line">
                <a:avLst/>
              </a:prstGeom>
              <a:noFill/>
              <a:ln w="38100">
                <a:solidFill>
                  <a:srgbClr val="FF66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799"/>
              </a:p>
            </p:txBody>
          </p:sp>
        </p:grpSp>
      </p:grpSp>
      <p:grpSp>
        <p:nvGrpSpPr>
          <p:cNvPr id="168" name="Group 94">
            <a:extLst>
              <a:ext uri="{FF2B5EF4-FFF2-40B4-BE49-F238E27FC236}">
                <a16:creationId xmlns:a16="http://schemas.microsoft.com/office/drawing/2014/main" id="{38B37781-E496-520D-E57A-A79294D2F124}"/>
              </a:ext>
            </a:extLst>
          </p:cNvPr>
          <p:cNvGrpSpPr>
            <a:grpSpLocks/>
          </p:cNvGrpSpPr>
          <p:nvPr/>
        </p:nvGrpSpPr>
        <p:grpSpPr bwMode="auto">
          <a:xfrm>
            <a:off x="4262908" y="2536123"/>
            <a:ext cx="1656327" cy="1220827"/>
            <a:chOff x="960" y="120"/>
            <a:chExt cx="1392" cy="1368"/>
          </a:xfrm>
        </p:grpSpPr>
        <p:grpSp>
          <p:nvGrpSpPr>
            <p:cNvPr id="169" name="Group 95">
              <a:extLst>
                <a:ext uri="{FF2B5EF4-FFF2-40B4-BE49-F238E27FC236}">
                  <a16:creationId xmlns:a16="http://schemas.microsoft.com/office/drawing/2014/main" id="{D22A68E4-D79A-5000-CC4F-04AC26581D9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59" y="120"/>
              <a:ext cx="1293" cy="600"/>
              <a:chOff x="915" y="120"/>
              <a:chExt cx="1293" cy="600"/>
            </a:xfrm>
          </p:grpSpPr>
          <p:sp>
            <p:nvSpPr>
              <p:cNvPr id="174" name="Line 96">
                <a:extLst>
                  <a:ext uri="{FF2B5EF4-FFF2-40B4-BE49-F238E27FC236}">
                    <a16:creationId xmlns:a16="http://schemas.microsoft.com/office/drawing/2014/main" id="{3B74A59D-5B0F-3F15-57BD-96F45ED5201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40" y="120"/>
                <a:ext cx="768" cy="0"/>
              </a:xfrm>
              <a:prstGeom prst="line">
                <a:avLst/>
              </a:prstGeom>
              <a:noFill/>
              <a:ln w="38100">
                <a:solidFill>
                  <a:srgbClr val="0066FF"/>
                </a:solidFill>
                <a:round/>
                <a:headEnd type="triangle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799"/>
              </a:p>
            </p:txBody>
          </p:sp>
          <p:sp>
            <p:nvSpPr>
              <p:cNvPr id="175" name="Line 97">
                <a:extLst>
                  <a:ext uri="{FF2B5EF4-FFF2-40B4-BE49-F238E27FC236}">
                    <a16:creationId xmlns:a16="http://schemas.microsoft.com/office/drawing/2014/main" id="{C2371DB7-AF63-B954-66A8-BEBD6964A88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15" y="720"/>
                <a:ext cx="768" cy="0"/>
              </a:xfrm>
              <a:prstGeom prst="line">
                <a:avLst/>
              </a:prstGeom>
              <a:noFill/>
              <a:ln w="38100">
                <a:solidFill>
                  <a:srgbClr val="0066FF"/>
                </a:solidFill>
                <a:round/>
                <a:headEnd type="triangle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799"/>
              </a:p>
            </p:txBody>
          </p:sp>
          <p:sp>
            <p:nvSpPr>
              <p:cNvPr id="176" name="Line 98">
                <a:extLst>
                  <a:ext uri="{FF2B5EF4-FFF2-40B4-BE49-F238E27FC236}">
                    <a16:creationId xmlns:a16="http://schemas.microsoft.com/office/drawing/2014/main" id="{2835F36A-2B40-2E20-A455-D0146384AB1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55" y="423"/>
                <a:ext cx="768" cy="0"/>
              </a:xfrm>
              <a:prstGeom prst="line">
                <a:avLst/>
              </a:prstGeom>
              <a:noFill/>
              <a:ln w="38100">
                <a:solidFill>
                  <a:srgbClr val="0066FF"/>
                </a:solidFill>
                <a:round/>
                <a:headEnd type="triangle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799"/>
              </a:p>
            </p:txBody>
          </p:sp>
        </p:grpSp>
        <p:grpSp>
          <p:nvGrpSpPr>
            <p:cNvPr id="170" name="Group 99">
              <a:extLst>
                <a:ext uri="{FF2B5EF4-FFF2-40B4-BE49-F238E27FC236}">
                  <a16:creationId xmlns:a16="http://schemas.microsoft.com/office/drawing/2014/main" id="{E0B65C39-0A5E-00F2-44F8-C9444771698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60" y="888"/>
              <a:ext cx="1293" cy="600"/>
              <a:chOff x="915" y="120"/>
              <a:chExt cx="1293" cy="600"/>
            </a:xfrm>
          </p:grpSpPr>
          <p:sp>
            <p:nvSpPr>
              <p:cNvPr id="171" name="Line 100">
                <a:extLst>
                  <a:ext uri="{FF2B5EF4-FFF2-40B4-BE49-F238E27FC236}">
                    <a16:creationId xmlns:a16="http://schemas.microsoft.com/office/drawing/2014/main" id="{3AA2BE9A-917D-25B7-B6BB-C41CC446CEC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40" y="120"/>
                <a:ext cx="768" cy="0"/>
              </a:xfrm>
              <a:prstGeom prst="line">
                <a:avLst/>
              </a:prstGeom>
              <a:noFill/>
              <a:ln w="38100">
                <a:solidFill>
                  <a:srgbClr val="0066FF"/>
                </a:solidFill>
                <a:round/>
                <a:headEnd type="triangle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799"/>
              </a:p>
            </p:txBody>
          </p:sp>
          <p:sp>
            <p:nvSpPr>
              <p:cNvPr id="172" name="Line 101">
                <a:extLst>
                  <a:ext uri="{FF2B5EF4-FFF2-40B4-BE49-F238E27FC236}">
                    <a16:creationId xmlns:a16="http://schemas.microsoft.com/office/drawing/2014/main" id="{56007883-E1AD-7042-74B0-1063FCBA26A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15" y="720"/>
                <a:ext cx="768" cy="0"/>
              </a:xfrm>
              <a:prstGeom prst="line">
                <a:avLst/>
              </a:prstGeom>
              <a:noFill/>
              <a:ln w="38100">
                <a:solidFill>
                  <a:srgbClr val="0066FF"/>
                </a:solidFill>
                <a:round/>
                <a:headEnd type="triangle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799"/>
              </a:p>
            </p:txBody>
          </p:sp>
          <p:sp>
            <p:nvSpPr>
              <p:cNvPr id="173" name="Line 102">
                <a:extLst>
                  <a:ext uri="{FF2B5EF4-FFF2-40B4-BE49-F238E27FC236}">
                    <a16:creationId xmlns:a16="http://schemas.microsoft.com/office/drawing/2014/main" id="{F0ADA6C1-30DF-F3CA-4603-D638BFF54A4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55" y="423"/>
                <a:ext cx="768" cy="0"/>
              </a:xfrm>
              <a:prstGeom prst="line">
                <a:avLst/>
              </a:prstGeom>
              <a:noFill/>
              <a:ln w="38100">
                <a:solidFill>
                  <a:srgbClr val="0066FF"/>
                </a:solidFill>
                <a:round/>
                <a:headEnd type="triangle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799"/>
              </a:p>
            </p:txBody>
          </p:sp>
        </p:grpSp>
      </p:grpSp>
      <p:graphicFrame>
        <p:nvGraphicFramePr>
          <p:cNvPr id="177" name="Object 7">
            <a:extLst>
              <a:ext uri="{FF2B5EF4-FFF2-40B4-BE49-F238E27FC236}">
                <a16:creationId xmlns:a16="http://schemas.microsoft.com/office/drawing/2014/main" id="{2B065AAE-5A95-5DE4-1B43-56000B87045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4866232"/>
              </p:ext>
            </p:extLst>
          </p:nvPr>
        </p:nvGraphicFramePr>
        <p:xfrm>
          <a:off x="3234843" y="3104592"/>
          <a:ext cx="733069" cy="444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17" name="Equation" r:id="rId17" imgW="533160" imgH="431640" progId="Equation.3">
                  <p:embed/>
                </p:oleObj>
              </mc:Choice>
              <mc:Fallback>
                <p:oleObj name="Equation" r:id="rId17" imgW="533160" imgH="431640" progId="Equation.3">
                  <p:embed/>
                  <p:pic>
                    <p:nvPicPr>
                      <p:cNvPr id="284679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4843" y="3104592"/>
                        <a:ext cx="733069" cy="444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8" name="Text Box 2">
            <a:extLst>
              <a:ext uri="{FF2B5EF4-FFF2-40B4-BE49-F238E27FC236}">
                <a16:creationId xmlns:a16="http://schemas.microsoft.com/office/drawing/2014/main" id="{307FFF77-FF7F-0A6D-00E5-5E092D24BB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6531" y="4345679"/>
            <a:ext cx="6843688" cy="3692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itchFamily="18" charset="0"/>
                <a:ea typeface="华文中宋" pitchFamily="2" charset="-12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itchFamily="18" charset="0"/>
                <a:ea typeface="华文中宋" pitchFamily="2" charset="-12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itchFamily="18" charset="0"/>
                <a:ea typeface="华文中宋" pitchFamily="2" charset="-12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itchFamily="18" charset="0"/>
                <a:ea typeface="华文中宋" pitchFamily="2" charset="-12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itchFamily="18" charset="0"/>
                <a:ea typeface="华文中宋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itchFamily="18" charset="0"/>
                <a:ea typeface="华文中宋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itchFamily="18" charset="0"/>
                <a:ea typeface="华文中宋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itchFamily="18" charset="0"/>
                <a:ea typeface="华文中宋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itchFamily="18" charset="0"/>
                <a:ea typeface="华文中宋" pitchFamily="2" charset="-122"/>
              </a:defRPr>
            </a:lvl9pPr>
          </a:lstStyle>
          <a:p>
            <a:pPr eaLnBrk="1" hangingPunct="1"/>
            <a:r>
              <a:rPr lang="zh-CN" altLang="en-US" sz="1799" b="1" dirty="0">
                <a:latin typeface="华文中宋" pitchFamily="2" charset="-122"/>
              </a:rPr>
              <a:t>（</a:t>
            </a:r>
            <a:r>
              <a:rPr lang="en-US" altLang="zh-CN" sz="1799" b="1" dirty="0">
                <a:latin typeface="华文中宋" pitchFamily="2" charset="-122"/>
              </a:rPr>
              <a:t>3</a:t>
            </a:r>
            <a:r>
              <a:rPr lang="zh-CN" altLang="en-US" sz="1799" b="1" dirty="0">
                <a:latin typeface="华文中宋" pitchFamily="2" charset="-122"/>
              </a:rPr>
              <a:t>）带等量同号电荷的两块无限大均匀带电平面的电场分布？</a:t>
            </a:r>
            <a:endParaRPr lang="en-US" altLang="zh-CN" sz="1799" b="1" dirty="0">
              <a:latin typeface="华文中宋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1680835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0" dur="5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83" dur="5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/>
      <p:bldP spid="4" grpId="0" autoUpdateAnimBg="0"/>
      <p:bldP spid="178" grpId="0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Box 34">
            <a:extLst>
              <a:ext uri="{FF2B5EF4-FFF2-40B4-BE49-F238E27FC236}">
                <a16:creationId xmlns:a16="http://schemas.microsoft.com/office/drawing/2014/main" id="{295F35C4-D5B7-B0DA-671F-3459D18EA499}"/>
              </a:ext>
            </a:extLst>
          </p:cNvPr>
          <p:cNvSpPr txBox="1"/>
          <p:nvPr/>
        </p:nvSpPr>
        <p:spPr>
          <a:xfrm>
            <a:off x="1234359" y="33448"/>
            <a:ext cx="4425201" cy="46134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sz="2398" b="1" dirty="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高斯定理的应用</a:t>
            </a:r>
            <a:endParaRPr lang="zh-CN" altLang="en-US" sz="2398" b="1" dirty="0">
              <a:solidFill>
                <a:srgbClr val="CC0000"/>
              </a:solidFill>
              <a:latin typeface="宋体" panose="02010600030101010101" pitchFamily="2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75EB2B1-4471-22AB-27CC-BD31363C1899}"/>
              </a:ext>
            </a:extLst>
          </p:cNvPr>
          <p:cNvSpPr/>
          <p:nvPr/>
        </p:nvSpPr>
        <p:spPr>
          <a:xfrm>
            <a:off x="2822" y="542492"/>
            <a:ext cx="9138356" cy="90794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2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8479B90-7223-3B00-0070-0F00CF710EA9}"/>
              </a:ext>
            </a:extLst>
          </p:cNvPr>
          <p:cNvSpPr/>
          <p:nvPr/>
        </p:nvSpPr>
        <p:spPr>
          <a:xfrm flipV="1">
            <a:off x="8770" y="448474"/>
            <a:ext cx="9131296" cy="52969"/>
          </a:xfrm>
          <a:prstGeom prst="rect">
            <a:avLst/>
          </a:prstGeom>
          <a:solidFill>
            <a:srgbClr val="A86E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2" dirty="0"/>
          </a:p>
        </p:txBody>
      </p:sp>
      <p:sp>
        <p:nvSpPr>
          <p:cNvPr id="22" name="Text Box 33">
            <a:extLst>
              <a:ext uri="{FF2B5EF4-FFF2-40B4-BE49-F238E27FC236}">
                <a16:creationId xmlns:a16="http://schemas.microsoft.com/office/drawing/2014/main" id="{92C6D25E-9D6F-00C5-7BBD-36B3E5D2E3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5704" y="831160"/>
            <a:ext cx="7858313" cy="3692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itchFamily="18" charset="0"/>
                <a:ea typeface="华文中宋" pitchFamily="2" charset="-12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itchFamily="18" charset="0"/>
                <a:ea typeface="华文中宋" pitchFamily="2" charset="-12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itchFamily="18" charset="0"/>
                <a:ea typeface="华文中宋" pitchFamily="2" charset="-12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itchFamily="18" charset="0"/>
                <a:ea typeface="华文中宋" pitchFamily="2" charset="-12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itchFamily="18" charset="0"/>
                <a:ea typeface="华文中宋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itchFamily="18" charset="0"/>
                <a:ea typeface="华文中宋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itchFamily="18" charset="0"/>
                <a:ea typeface="华文中宋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itchFamily="18" charset="0"/>
                <a:ea typeface="华文中宋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itchFamily="18" charset="0"/>
                <a:ea typeface="华文中宋" pitchFamily="2" charset="-122"/>
              </a:defRPr>
            </a:lvl9pPr>
          </a:lstStyle>
          <a:p>
            <a:r>
              <a:rPr kumimoji="0" lang="en-US" altLang="zh-CN" sz="1799" b="1" dirty="0">
                <a:solidFill>
                  <a:schemeClr val="accent2"/>
                </a:solidFill>
                <a:latin typeface="华文中宋" pitchFamily="2" charset="-122"/>
              </a:rPr>
              <a:t>3</a:t>
            </a:r>
            <a:r>
              <a:rPr kumimoji="0" lang="zh-CN" altLang="en-US" sz="1799" b="1" dirty="0">
                <a:solidFill>
                  <a:schemeClr val="accent2"/>
                </a:solidFill>
                <a:latin typeface="华文中宋" pitchFamily="2" charset="-122"/>
              </a:rPr>
              <a:t>、轴对称问题：</a:t>
            </a:r>
            <a:r>
              <a:rPr kumimoji="0" lang="zh-CN" altLang="en-US" sz="1799" b="1" dirty="0">
                <a:latin typeface="华文中宋" pitchFamily="2" charset="-122"/>
              </a:rPr>
              <a:t>无限长均匀带电圆柱面的电场（设电荷线密度为</a:t>
            </a:r>
            <a:r>
              <a:rPr kumimoji="0" lang="en-US" altLang="zh-CN" sz="1799" b="1" i="1" dirty="0"/>
              <a:t>λ</a:t>
            </a:r>
            <a:r>
              <a:rPr kumimoji="0" lang="zh-CN" altLang="en-US" sz="1799" b="1" dirty="0">
                <a:latin typeface="华文中宋" pitchFamily="2" charset="-122"/>
              </a:rPr>
              <a:t>） </a:t>
            </a:r>
          </a:p>
        </p:txBody>
      </p:sp>
      <p:grpSp>
        <p:nvGrpSpPr>
          <p:cNvPr id="23" name="Group 35">
            <a:extLst>
              <a:ext uri="{FF2B5EF4-FFF2-40B4-BE49-F238E27FC236}">
                <a16:creationId xmlns:a16="http://schemas.microsoft.com/office/drawing/2014/main" id="{247C6285-1A9F-033B-D71D-5501F45513E2}"/>
              </a:ext>
            </a:extLst>
          </p:cNvPr>
          <p:cNvGrpSpPr>
            <a:grpSpLocks/>
          </p:cNvGrpSpPr>
          <p:nvPr/>
        </p:nvGrpSpPr>
        <p:grpSpPr bwMode="auto">
          <a:xfrm>
            <a:off x="2008936" y="1442421"/>
            <a:ext cx="732080" cy="2447664"/>
            <a:chOff x="746" y="1026"/>
            <a:chExt cx="761" cy="3081"/>
          </a:xfrm>
        </p:grpSpPr>
        <p:sp>
          <p:nvSpPr>
            <p:cNvPr id="24" name="Line 36">
              <a:extLst>
                <a:ext uri="{FF2B5EF4-FFF2-40B4-BE49-F238E27FC236}">
                  <a16:creationId xmlns:a16="http://schemas.microsoft.com/office/drawing/2014/main" id="{E0B30C0E-BD03-EE5B-CC79-BDDB29AD617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104" y="3893"/>
              <a:ext cx="0" cy="214"/>
            </a:xfrm>
            <a:prstGeom prst="line">
              <a:avLst/>
            </a:prstGeom>
            <a:noFill/>
            <a:ln w="571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799"/>
            </a:p>
          </p:txBody>
        </p:sp>
        <p:grpSp>
          <p:nvGrpSpPr>
            <p:cNvPr id="25" name="Group 37">
              <a:extLst>
                <a:ext uri="{FF2B5EF4-FFF2-40B4-BE49-F238E27FC236}">
                  <a16:creationId xmlns:a16="http://schemas.microsoft.com/office/drawing/2014/main" id="{A4629350-E6CE-20D8-C90D-5A69DC756C3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46" y="1200"/>
              <a:ext cx="761" cy="2817"/>
              <a:chOff x="746" y="1200"/>
              <a:chExt cx="761" cy="2817"/>
            </a:xfrm>
          </p:grpSpPr>
          <p:grpSp>
            <p:nvGrpSpPr>
              <p:cNvPr id="29" name="Group 38">
                <a:extLst>
                  <a:ext uri="{FF2B5EF4-FFF2-40B4-BE49-F238E27FC236}">
                    <a16:creationId xmlns:a16="http://schemas.microsoft.com/office/drawing/2014/main" id="{D5B0560C-9F2F-F136-C003-02F399CAC7D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68" y="1200"/>
                <a:ext cx="672" cy="2736"/>
                <a:chOff x="768" y="1200"/>
                <a:chExt cx="624" cy="2736"/>
              </a:xfrm>
            </p:grpSpPr>
            <p:sp>
              <p:nvSpPr>
                <p:cNvPr id="62" name="AutoShape 39">
                  <a:extLst>
                    <a:ext uri="{FF2B5EF4-FFF2-40B4-BE49-F238E27FC236}">
                      <a16:creationId xmlns:a16="http://schemas.microsoft.com/office/drawing/2014/main" id="{0DF37474-0766-4A8B-EE33-513B8723D34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68" y="3216"/>
                  <a:ext cx="624" cy="720"/>
                </a:xfrm>
                <a:prstGeom prst="can">
                  <a:avLst>
                    <a:gd name="adj" fmla="val 28846"/>
                  </a:avLst>
                </a:prstGeom>
                <a:gradFill rotWithShape="0">
                  <a:gsLst>
                    <a:gs pos="0">
                      <a:srgbClr val="8F8F00"/>
                    </a:gs>
                    <a:gs pos="50000">
                      <a:srgbClr val="FFFF00"/>
                    </a:gs>
                    <a:gs pos="100000">
                      <a:srgbClr val="8F8F0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zh-CN" altLang="en-US" sz="1799"/>
                </a:p>
              </p:txBody>
            </p:sp>
            <p:grpSp>
              <p:nvGrpSpPr>
                <p:cNvPr id="63" name="Group 40">
                  <a:extLst>
                    <a:ext uri="{FF2B5EF4-FFF2-40B4-BE49-F238E27FC236}">
                      <a16:creationId xmlns:a16="http://schemas.microsoft.com/office/drawing/2014/main" id="{F17DAE32-277B-2A0C-A3FF-F594A6DD49C1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768" y="2256"/>
                  <a:ext cx="624" cy="1248"/>
                  <a:chOff x="768" y="1200"/>
                  <a:chExt cx="624" cy="1248"/>
                </a:xfrm>
              </p:grpSpPr>
              <p:sp>
                <p:nvSpPr>
                  <p:cNvPr id="67" name="AutoShape 41">
                    <a:extLst>
                      <a:ext uri="{FF2B5EF4-FFF2-40B4-BE49-F238E27FC236}">
                        <a16:creationId xmlns:a16="http://schemas.microsoft.com/office/drawing/2014/main" id="{FB64C8E3-5A4E-DCAD-9996-0B4A14171D1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768" y="1728"/>
                    <a:ext cx="624" cy="720"/>
                  </a:xfrm>
                  <a:prstGeom prst="can">
                    <a:avLst>
                      <a:gd name="adj" fmla="val 28846"/>
                    </a:avLst>
                  </a:prstGeom>
                  <a:gradFill rotWithShape="0">
                    <a:gsLst>
                      <a:gs pos="0">
                        <a:srgbClr val="8F8F00"/>
                      </a:gs>
                      <a:gs pos="50000">
                        <a:srgbClr val="FFFF00"/>
                      </a:gs>
                      <a:gs pos="100000">
                        <a:srgbClr val="8F8F00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 sz="1799"/>
                  </a:p>
                </p:txBody>
              </p:sp>
              <p:sp>
                <p:nvSpPr>
                  <p:cNvPr id="68" name="AutoShape 42">
                    <a:extLst>
                      <a:ext uri="{FF2B5EF4-FFF2-40B4-BE49-F238E27FC236}">
                        <a16:creationId xmlns:a16="http://schemas.microsoft.com/office/drawing/2014/main" id="{4313C567-937E-DAE0-6CCA-7B83DA2F025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768" y="1200"/>
                    <a:ext cx="624" cy="720"/>
                  </a:xfrm>
                  <a:prstGeom prst="can">
                    <a:avLst>
                      <a:gd name="adj" fmla="val 28846"/>
                    </a:avLst>
                  </a:prstGeom>
                  <a:gradFill rotWithShape="0">
                    <a:gsLst>
                      <a:gs pos="0">
                        <a:srgbClr val="8F8F00"/>
                      </a:gs>
                      <a:gs pos="50000">
                        <a:srgbClr val="FFFF00"/>
                      </a:gs>
                      <a:gs pos="100000">
                        <a:srgbClr val="8F8F00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 sz="1799"/>
                  </a:p>
                </p:txBody>
              </p:sp>
            </p:grpSp>
            <p:grpSp>
              <p:nvGrpSpPr>
                <p:cNvPr id="64" name="Group 43">
                  <a:extLst>
                    <a:ext uri="{FF2B5EF4-FFF2-40B4-BE49-F238E27FC236}">
                      <a16:creationId xmlns:a16="http://schemas.microsoft.com/office/drawing/2014/main" id="{E027998C-48B2-CAAF-47F1-0FB6F5DD5B98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768" y="1200"/>
                  <a:ext cx="624" cy="1248"/>
                  <a:chOff x="768" y="1200"/>
                  <a:chExt cx="624" cy="1248"/>
                </a:xfrm>
              </p:grpSpPr>
              <p:sp>
                <p:nvSpPr>
                  <p:cNvPr id="65" name="AutoShape 44">
                    <a:extLst>
                      <a:ext uri="{FF2B5EF4-FFF2-40B4-BE49-F238E27FC236}">
                        <a16:creationId xmlns:a16="http://schemas.microsoft.com/office/drawing/2014/main" id="{55C808A1-9005-60A2-D5F5-7B2BD56DABD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768" y="1728"/>
                    <a:ext cx="624" cy="720"/>
                  </a:xfrm>
                  <a:prstGeom prst="can">
                    <a:avLst>
                      <a:gd name="adj" fmla="val 28846"/>
                    </a:avLst>
                  </a:prstGeom>
                  <a:gradFill rotWithShape="0">
                    <a:gsLst>
                      <a:gs pos="0">
                        <a:srgbClr val="8F8F00"/>
                      </a:gs>
                      <a:gs pos="50000">
                        <a:srgbClr val="FFFF00"/>
                      </a:gs>
                      <a:gs pos="100000">
                        <a:srgbClr val="8F8F00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 sz="1799"/>
                  </a:p>
                </p:txBody>
              </p:sp>
              <p:sp>
                <p:nvSpPr>
                  <p:cNvPr id="66" name="AutoShape 45">
                    <a:extLst>
                      <a:ext uri="{FF2B5EF4-FFF2-40B4-BE49-F238E27FC236}">
                        <a16:creationId xmlns:a16="http://schemas.microsoft.com/office/drawing/2014/main" id="{A498FBBD-F804-2266-4114-B2C3978DEA0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768" y="1200"/>
                    <a:ext cx="624" cy="720"/>
                  </a:xfrm>
                  <a:prstGeom prst="can">
                    <a:avLst>
                      <a:gd name="adj" fmla="val 28846"/>
                    </a:avLst>
                  </a:prstGeom>
                  <a:gradFill rotWithShape="0">
                    <a:gsLst>
                      <a:gs pos="0">
                        <a:srgbClr val="8F8F00"/>
                      </a:gs>
                      <a:gs pos="50000">
                        <a:srgbClr val="FFFF00"/>
                      </a:gs>
                      <a:gs pos="100000">
                        <a:srgbClr val="8F8F00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 sz="1799"/>
                  </a:p>
                </p:txBody>
              </p:sp>
            </p:grpSp>
          </p:grpSp>
          <p:grpSp>
            <p:nvGrpSpPr>
              <p:cNvPr id="32" name="Group 46">
                <a:extLst>
                  <a:ext uri="{FF2B5EF4-FFF2-40B4-BE49-F238E27FC236}">
                    <a16:creationId xmlns:a16="http://schemas.microsoft.com/office/drawing/2014/main" id="{8723272A-39AD-BC8E-10D4-84D6EFE8DCB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178" y="1400"/>
                <a:ext cx="329" cy="2569"/>
                <a:chOff x="576" y="1276"/>
                <a:chExt cx="329" cy="2401"/>
              </a:xfrm>
            </p:grpSpPr>
            <p:sp>
              <p:nvSpPr>
                <p:cNvPr id="58" name="Text Box 47">
                  <a:extLst>
                    <a:ext uri="{FF2B5EF4-FFF2-40B4-BE49-F238E27FC236}">
                      <a16:creationId xmlns:a16="http://schemas.microsoft.com/office/drawing/2014/main" id="{F469758A-C76E-E062-CB9D-16AD9F98805E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576" y="1276"/>
                  <a:ext cx="329" cy="43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defRPr kumimoji="1" sz="2800">
                      <a:solidFill>
                        <a:schemeClr val="tx1"/>
                      </a:solidFill>
                      <a:latin typeface="Times New Roman" pitchFamily="18" charset="0"/>
                      <a:ea typeface="华文中宋" pitchFamily="2" charset="-122"/>
                    </a:defRPr>
                  </a:lvl1pPr>
                  <a:lvl2pPr marL="742950" indent="-285750" eaLnBrk="0" hangingPunct="0">
                    <a:defRPr kumimoji="1" sz="2800">
                      <a:solidFill>
                        <a:schemeClr val="tx1"/>
                      </a:solidFill>
                      <a:latin typeface="Times New Roman" pitchFamily="18" charset="0"/>
                      <a:ea typeface="华文中宋" pitchFamily="2" charset="-122"/>
                    </a:defRPr>
                  </a:lvl2pPr>
                  <a:lvl3pPr marL="1143000" indent="-228600" eaLnBrk="0" hangingPunct="0">
                    <a:defRPr kumimoji="1" sz="2800">
                      <a:solidFill>
                        <a:schemeClr val="tx1"/>
                      </a:solidFill>
                      <a:latin typeface="Times New Roman" pitchFamily="18" charset="0"/>
                      <a:ea typeface="华文中宋" pitchFamily="2" charset="-122"/>
                    </a:defRPr>
                  </a:lvl3pPr>
                  <a:lvl4pPr marL="1600200" indent="-228600" eaLnBrk="0" hangingPunct="0">
                    <a:defRPr kumimoji="1" sz="2800">
                      <a:solidFill>
                        <a:schemeClr val="tx1"/>
                      </a:solidFill>
                      <a:latin typeface="Times New Roman" pitchFamily="18" charset="0"/>
                      <a:ea typeface="华文中宋" pitchFamily="2" charset="-122"/>
                    </a:defRPr>
                  </a:lvl4pPr>
                  <a:lvl5pPr marL="2057400" indent="-228600" eaLnBrk="0" hangingPunct="0">
                    <a:defRPr kumimoji="1" sz="2800">
                      <a:solidFill>
                        <a:schemeClr val="tx1"/>
                      </a:solidFill>
                      <a:latin typeface="Times New Roman" pitchFamily="18" charset="0"/>
                      <a:ea typeface="华文中宋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itchFamily="18" charset="0"/>
                      <a:ea typeface="华文中宋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itchFamily="18" charset="0"/>
                      <a:ea typeface="华文中宋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itchFamily="18" charset="0"/>
                      <a:ea typeface="华文中宋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itchFamily="18" charset="0"/>
                      <a:ea typeface="华文中宋" pitchFamily="2" charset="-122"/>
                    </a:defRPr>
                  </a:lvl9pPr>
                </a:lstStyle>
                <a:p>
                  <a:pPr eaLnBrk="1" hangingPunct="1"/>
                  <a:r>
                    <a:rPr lang="en-US" altLang="zh-CN" sz="1799" b="1">
                      <a:solidFill>
                        <a:srgbClr val="FF0000"/>
                      </a:solidFill>
                      <a:ea typeface="宋体" pitchFamily="2" charset="-122"/>
                    </a:rPr>
                    <a:t>+</a:t>
                  </a:r>
                </a:p>
              </p:txBody>
            </p:sp>
            <p:sp>
              <p:nvSpPr>
                <p:cNvPr id="59" name="Text Box 48">
                  <a:extLst>
                    <a:ext uri="{FF2B5EF4-FFF2-40B4-BE49-F238E27FC236}">
                      <a16:creationId xmlns:a16="http://schemas.microsoft.com/office/drawing/2014/main" id="{D0F90C03-61C7-1DE1-B0F1-02C7F176424D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576" y="2574"/>
                  <a:ext cx="329" cy="43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defRPr kumimoji="1" sz="2800">
                      <a:solidFill>
                        <a:schemeClr val="tx1"/>
                      </a:solidFill>
                      <a:latin typeface="Times New Roman" pitchFamily="18" charset="0"/>
                      <a:ea typeface="华文中宋" pitchFamily="2" charset="-122"/>
                    </a:defRPr>
                  </a:lvl1pPr>
                  <a:lvl2pPr marL="742950" indent="-285750" eaLnBrk="0" hangingPunct="0">
                    <a:defRPr kumimoji="1" sz="2800">
                      <a:solidFill>
                        <a:schemeClr val="tx1"/>
                      </a:solidFill>
                      <a:latin typeface="Times New Roman" pitchFamily="18" charset="0"/>
                      <a:ea typeface="华文中宋" pitchFamily="2" charset="-122"/>
                    </a:defRPr>
                  </a:lvl2pPr>
                  <a:lvl3pPr marL="1143000" indent="-228600" eaLnBrk="0" hangingPunct="0">
                    <a:defRPr kumimoji="1" sz="2800">
                      <a:solidFill>
                        <a:schemeClr val="tx1"/>
                      </a:solidFill>
                      <a:latin typeface="Times New Roman" pitchFamily="18" charset="0"/>
                      <a:ea typeface="华文中宋" pitchFamily="2" charset="-122"/>
                    </a:defRPr>
                  </a:lvl3pPr>
                  <a:lvl4pPr marL="1600200" indent="-228600" eaLnBrk="0" hangingPunct="0">
                    <a:defRPr kumimoji="1" sz="2800">
                      <a:solidFill>
                        <a:schemeClr val="tx1"/>
                      </a:solidFill>
                      <a:latin typeface="Times New Roman" pitchFamily="18" charset="0"/>
                      <a:ea typeface="华文中宋" pitchFamily="2" charset="-122"/>
                    </a:defRPr>
                  </a:lvl4pPr>
                  <a:lvl5pPr marL="2057400" indent="-228600" eaLnBrk="0" hangingPunct="0">
                    <a:defRPr kumimoji="1" sz="2800">
                      <a:solidFill>
                        <a:schemeClr val="tx1"/>
                      </a:solidFill>
                      <a:latin typeface="Times New Roman" pitchFamily="18" charset="0"/>
                      <a:ea typeface="华文中宋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itchFamily="18" charset="0"/>
                      <a:ea typeface="华文中宋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itchFamily="18" charset="0"/>
                      <a:ea typeface="华文中宋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itchFamily="18" charset="0"/>
                      <a:ea typeface="华文中宋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itchFamily="18" charset="0"/>
                      <a:ea typeface="华文中宋" pitchFamily="2" charset="-122"/>
                    </a:defRPr>
                  </a:lvl9pPr>
                </a:lstStyle>
                <a:p>
                  <a:pPr eaLnBrk="1" hangingPunct="1"/>
                  <a:r>
                    <a:rPr lang="en-US" altLang="zh-CN" sz="1799" b="1">
                      <a:solidFill>
                        <a:srgbClr val="FF0000"/>
                      </a:solidFill>
                      <a:ea typeface="宋体" pitchFamily="2" charset="-122"/>
                    </a:rPr>
                    <a:t>+</a:t>
                  </a:r>
                </a:p>
              </p:txBody>
            </p:sp>
            <p:sp>
              <p:nvSpPr>
                <p:cNvPr id="60" name="Text Box 49">
                  <a:extLst>
                    <a:ext uri="{FF2B5EF4-FFF2-40B4-BE49-F238E27FC236}">
                      <a16:creationId xmlns:a16="http://schemas.microsoft.com/office/drawing/2014/main" id="{24E12DC5-8325-B502-BC18-5A5D1FF6538E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576" y="3243"/>
                  <a:ext cx="329" cy="43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defRPr kumimoji="1" sz="2800">
                      <a:solidFill>
                        <a:schemeClr val="tx1"/>
                      </a:solidFill>
                      <a:latin typeface="Times New Roman" pitchFamily="18" charset="0"/>
                      <a:ea typeface="华文中宋" pitchFamily="2" charset="-122"/>
                    </a:defRPr>
                  </a:lvl1pPr>
                  <a:lvl2pPr marL="742950" indent="-285750" eaLnBrk="0" hangingPunct="0">
                    <a:defRPr kumimoji="1" sz="2800">
                      <a:solidFill>
                        <a:schemeClr val="tx1"/>
                      </a:solidFill>
                      <a:latin typeface="Times New Roman" pitchFamily="18" charset="0"/>
                      <a:ea typeface="华文中宋" pitchFamily="2" charset="-122"/>
                    </a:defRPr>
                  </a:lvl2pPr>
                  <a:lvl3pPr marL="1143000" indent="-228600" eaLnBrk="0" hangingPunct="0">
                    <a:defRPr kumimoji="1" sz="2800">
                      <a:solidFill>
                        <a:schemeClr val="tx1"/>
                      </a:solidFill>
                      <a:latin typeface="Times New Roman" pitchFamily="18" charset="0"/>
                      <a:ea typeface="华文中宋" pitchFamily="2" charset="-122"/>
                    </a:defRPr>
                  </a:lvl3pPr>
                  <a:lvl4pPr marL="1600200" indent="-228600" eaLnBrk="0" hangingPunct="0">
                    <a:defRPr kumimoji="1" sz="2800">
                      <a:solidFill>
                        <a:schemeClr val="tx1"/>
                      </a:solidFill>
                      <a:latin typeface="Times New Roman" pitchFamily="18" charset="0"/>
                      <a:ea typeface="华文中宋" pitchFamily="2" charset="-122"/>
                    </a:defRPr>
                  </a:lvl4pPr>
                  <a:lvl5pPr marL="2057400" indent="-228600" eaLnBrk="0" hangingPunct="0">
                    <a:defRPr kumimoji="1" sz="2800">
                      <a:solidFill>
                        <a:schemeClr val="tx1"/>
                      </a:solidFill>
                      <a:latin typeface="Times New Roman" pitchFamily="18" charset="0"/>
                      <a:ea typeface="华文中宋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itchFamily="18" charset="0"/>
                      <a:ea typeface="华文中宋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itchFamily="18" charset="0"/>
                      <a:ea typeface="华文中宋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itchFamily="18" charset="0"/>
                      <a:ea typeface="华文中宋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itchFamily="18" charset="0"/>
                      <a:ea typeface="华文中宋" pitchFamily="2" charset="-122"/>
                    </a:defRPr>
                  </a:lvl9pPr>
                </a:lstStyle>
                <a:p>
                  <a:pPr eaLnBrk="1" hangingPunct="1"/>
                  <a:r>
                    <a:rPr lang="en-US" altLang="zh-CN" sz="1799" b="1">
                      <a:solidFill>
                        <a:srgbClr val="FF0000"/>
                      </a:solidFill>
                      <a:ea typeface="宋体" pitchFamily="2" charset="-122"/>
                    </a:rPr>
                    <a:t>+</a:t>
                  </a:r>
                </a:p>
              </p:txBody>
            </p:sp>
            <p:sp>
              <p:nvSpPr>
                <p:cNvPr id="61" name="Text Box 50">
                  <a:extLst>
                    <a:ext uri="{FF2B5EF4-FFF2-40B4-BE49-F238E27FC236}">
                      <a16:creationId xmlns:a16="http://schemas.microsoft.com/office/drawing/2014/main" id="{47A14BB4-E4C5-FA38-999D-17059D2F0EE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576" y="1853"/>
                  <a:ext cx="329" cy="43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defRPr kumimoji="1" sz="2800">
                      <a:solidFill>
                        <a:schemeClr val="tx1"/>
                      </a:solidFill>
                      <a:latin typeface="Times New Roman" pitchFamily="18" charset="0"/>
                      <a:ea typeface="华文中宋" pitchFamily="2" charset="-122"/>
                    </a:defRPr>
                  </a:lvl1pPr>
                  <a:lvl2pPr marL="742950" indent="-285750" eaLnBrk="0" hangingPunct="0">
                    <a:defRPr kumimoji="1" sz="2800">
                      <a:solidFill>
                        <a:schemeClr val="tx1"/>
                      </a:solidFill>
                      <a:latin typeface="Times New Roman" pitchFamily="18" charset="0"/>
                      <a:ea typeface="华文中宋" pitchFamily="2" charset="-122"/>
                    </a:defRPr>
                  </a:lvl2pPr>
                  <a:lvl3pPr marL="1143000" indent="-228600" eaLnBrk="0" hangingPunct="0">
                    <a:defRPr kumimoji="1" sz="2800">
                      <a:solidFill>
                        <a:schemeClr val="tx1"/>
                      </a:solidFill>
                      <a:latin typeface="Times New Roman" pitchFamily="18" charset="0"/>
                      <a:ea typeface="华文中宋" pitchFamily="2" charset="-122"/>
                    </a:defRPr>
                  </a:lvl3pPr>
                  <a:lvl4pPr marL="1600200" indent="-228600" eaLnBrk="0" hangingPunct="0">
                    <a:defRPr kumimoji="1" sz="2800">
                      <a:solidFill>
                        <a:schemeClr val="tx1"/>
                      </a:solidFill>
                      <a:latin typeface="Times New Roman" pitchFamily="18" charset="0"/>
                      <a:ea typeface="华文中宋" pitchFamily="2" charset="-122"/>
                    </a:defRPr>
                  </a:lvl4pPr>
                  <a:lvl5pPr marL="2057400" indent="-228600" eaLnBrk="0" hangingPunct="0">
                    <a:defRPr kumimoji="1" sz="2800">
                      <a:solidFill>
                        <a:schemeClr val="tx1"/>
                      </a:solidFill>
                      <a:latin typeface="Times New Roman" pitchFamily="18" charset="0"/>
                      <a:ea typeface="华文中宋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itchFamily="18" charset="0"/>
                      <a:ea typeface="华文中宋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itchFamily="18" charset="0"/>
                      <a:ea typeface="华文中宋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itchFamily="18" charset="0"/>
                      <a:ea typeface="华文中宋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itchFamily="18" charset="0"/>
                      <a:ea typeface="华文中宋" pitchFamily="2" charset="-122"/>
                    </a:defRPr>
                  </a:lvl9pPr>
                </a:lstStyle>
                <a:p>
                  <a:pPr eaLnBrk="1" hangingPunct="1"/>
                  <a:r>
                    <a:rPr lang="en-US" altLang="zh-CN" sz="1799" b="1">
                      <a:solidFill>
                        <a:srgbClr val="FF0000"/>
                      </a:solidFill>
                      <a:ea typeface="宋体" pitchFamily="2" charset="-122"/>
                    </a:rPr>
                    <a:t>+</a:t>
                  </a:r>
                </a:p>
              </p:txBody>
            </p:sp>
          </p:grpSp>
          <p:grpSp>
            <p:nvGrpSpPr>
              <p:cNvPr id="33" name="Group 51">
                <a:extLst>
                  <a:ext uri="{FF2B5EF4-FFF2-40B4-BE49-F238E27FC236}">
                    <a16:creationId xmlns:a16="http://schemas.microsoft.com/office/drawing/2014/main" id="{3E30F6B1-63C2-29DB-5876-4E978F8639C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46" y="1400"/>
                <a:ext cx="329" cy="2569"/>
                <a:chOff x="576" y="1276"/>
                <a:chExt cx="329" cy="2401"/>
              </a:xfrm>
            </p:grpSpPr>
            <p:sp>
              <p:nvSpPr>
                <p:cNvPr id="39" name="Text Box 52">
                  <a:extLst>
                    <a:ext uri="{FF2B5EF4-FFF2-40B4-BE49-F238E27FC236}">
                      <a16:creationId xmlns:a16="http://schemas.microsoft.com/office/drawing/2014/main" id="{7A56C1B8-704E-236D-E721-6BE709DBD6CC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576" y="1276"/>
                  <a:ext cx="329" cy="43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defRPr kumimoji="1" sz="2800">
                      <a:solidFill>
                        <a:schemeClr val="tx1"/>
                      </a:solidFill>
                      <a:latin typeface="Times New Roman" pitchFamily="18" charset="0"/>
                      <a:ea typeface="华文中宋" pitchFamily="2" charset="-122"/>
                    </a:defRPr>
                  </a:lvl1pPr>
                  <a:lvl2pPr marL="742950" indent="-285750" eaLnBrk="0" hangingPunct="0">
                    <a:defRPr kumimoji="1" sz="2800">
                      <a:solidFill>
                        <a:schemeClr val="tx1"/>
                      </a:solidFill>
                      <a:latin typeface="Times New Roman" pitchFamily="18" charset="0"/>
                      <a:ea typeface="华文中宋" pitchFamily="2" charset="-122"/>
                    </a:defRPr>
                  </a:lvl2pPr>
                  <a:lvl3pPr marL="1143000" indent="-228600" eaLnBrk="0" hangingPunct="0">
                    <a:defRPr kumimoji="1" sz="2800">
                      <a:solidFill>
                        <a:schemeClr val="tx1"/>
                      </a:solidFill>
                      <a:latin typeface="Times New Roman" pitchFamily="18" charset="0"/>
                      <a:ea typeface="华文中宋" pitchFamily="2" charset="-122"/>
                    </a:defRPr>
                  </a:lvl3pPr>
                  <a:lvl4pPr marL="1600200" indent="-228600" eaLnBrk="0" hangingPunct="0">
                    <a:defRPr kumimoji="1" sz="2800">
                      <a:solidFill>
                        <a:schemeClr val="tx1"/>
                      </a:solidFill>
                      <a:latin typeface="Times New Roman" pitchFamily="18" charset="0"/>
                      <a:ea typeface="华文中宋" pitchFamily="2" charset="-122"/>
                    </a:defRPr>
                  </a:lvl4pPr>
                  <a:lvl5pPr marL="2057400" indent="-228600" eaLnBrk="0" hangingPunct="0">
                    <a:defRPr kumimoji="1" sz="2800">
                      <a:solidFill>
                        <a:schemeClr val="tx1"/>
                      </a:solidFill>
                      <a:latin typeface="Times New Roman" pitchFamily="18" charset="0"/>
                      <a:ea typeface="华文中宋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itchFamily="18" charset="0"/>
                      <a:ea typeface="华文中宋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itchFamily="18" charset="0"/>
                      <a:ea typeface="华文中宋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itchFamily="18" charset="0"/>
                      <a:ea typeface="华文中宋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itchFamily="18" charset="0"/>
                      <a:ea typeface="华文中宋" pitchFamily="2" charset="-122"/>
                    </a:defRPr>
                  </a:lvl9pPr>
                </a:lstStyle>
                <a:p>
                  <a:pPr eaLnBrk="1" hangingPunct="1"/>
                  <a:r>
                    <a:rPr lang="en-US" altLang="zh-CN" sz="1799" b="1" dirty="0">
                      <a:solidFill>
                        <a:srgbClr val="FF0000"/>
                      </a:solidFill>
                      <a:ea typeface="宋体" pitchFamily="2" charset="-122"/>
                    </a:rPr>
                    <a:t>+</a:t>
                  </a:r>
                </a:p>
              </p:txBody>
            </p:sp>
            <p:sp>
              <p:nvSpPr>
                <p:cNvPr id="40" name="Text Box 53">
                  <a:extLst>
                    <a:ext uri="{FF2B5EF4-FFF2-40B4-BE49-F238E27FC236}">
                      <a16:creationId xmlns:a16="http://schemas.microsoft.com/office/drawing/2014/main" id="{8D6C20A7-262E-C338-4EC5-428C33FEC984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576" y="2574"/>
                  <a:ext cx="329" cy="43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defRPr kumimoji="1" sz="2800">
                      <a:solidFill>
                        <a:schemeClr val="tx1"/>
                      </a:solidFill>
                      <a:latin typeface="Times New Roman" pitchFamily="18" charset="0"/>
                      <a:ea typeface="华文中宋" pitchFamily="2" charset="-122"/>
                    </a:defRPr>
                  </a:lvl1pPr>
                  <a:lvl2pPr marL="742950" indent="-285750" eaLnBrk="0" hangingPunct="0">
                    <a:defRPr kumimoji="1" sz="2800">
                      <a:solidFill>
                        <a:schemeClr val="tx1"/>
                      </a:solidFill>
                      <a:latin typeface="Times New Roman" pitchFamily="18" charset="0"/>
                      <a:ea typeface="华文中宋" pitchFamily="2" charset="-122"/>
                    </a:defRPr>
                  </a:lvl2pPr>
                  <a:lvl3pPr marL="1143000" indent="-228600" eaLnBrk="0" hangingPunct="0">
                    <a:defRPr kumimoji="1" sz="2800">
                      <a:solidFill>
                        <a:schemeClr val="tx1"/>
                      </a:solidFill>
                      <a:latin typeface="Times New Roman" pitchFamily="18" charset="0"/>
                      <a:ea typeface="华文中宋" pitchFamily="2" charset="-122"/>
                    </a:defRPr>
                  </a:lvl3pPr>
                  <a:lvl4pPr marL="1600200" indent="-228600" eaLnBrk="0" hangingPunct="0">
                    <a:defRPr kumimoji="1" sz="2800">
                      <a:solidFill>
                        <a:schemeClr val="tx1"/>
                      </a:solidFill>
                      <a:latin typeface="Times New Roman" pitchFamily="18" charset="0"/>
                      <a:ea typeface="华文中宋" pitchFamily="2" charset="-122"/>
                    </a:defRPr>
                  </a:lvl4pPr>
                  <a:lvl5pPr marL="2057400" indent="-228600" eaLnBrk="0" hangingPunct="0">
                    <a:defRPr kumimoji="1" sz="2800">
                      <a:solidFill>
                        <a:schemeClr val="tx1"/>
                      </a:solidFill>
                      <a:latin typeface="Times New Roman" pitchFamily="18" charset="0"/>
                      <a:ea typeface="华文中宋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itchFamily="18" charset="0"/>
                      <a:ea typeface="华文中宋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itchFamily="18" charset="0"/>
                      <a:ea typeface="华文中宋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itchFamily="18" charset="0"/>
                      <a:ea typeface="华文中宋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itchFamily="18" charset="0"/>
                      <a:ea typeface="华文中宋" pitchFamily="2" charset="-122"/>
                    </a:defRPr>
                  </a:lvl9pPr>
                </a:lstStyle>
                <a:p>
                  <a:pPr eaLnBrk="1" hangingPunct="1"/>
                  <a:r>
                    <a:rPr lang="en-US" altLang="zh-CN" sz="1799" b="1">
                      <a:solidFill>
                        <a:srgbClr val="FF0000"/>
                      </a:solidFill>
                      <a:ea typeface="宋体" pitchFamily="2" charset="-122"/>
                    </a:rPr>
                    <a:t>+</a:t>
                  </a:r>
                </a:p>
              </p:txBody>
            </p:sp>
            <p:sp>
              <p:nvSpPr>
                <p:cNvPr id="56" name="Text Box 54">
                  <a:extLst>
                    <a:ext uri="{FF2B5EF4-FFF2-40B4-BE49-F238E27FC236}">
                      <a16:creationId xmlns:a16="http://schemas.microsoft.com/office/drawing/2014/main" id="{E84E5C64-A026-62F9-546F-6BF552DEEC2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576" y="3243"/>
                  <a:ext cx="329" cy="43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defRPr kumimoji="1" sz="2800">
                      <a:solidFill>
                        <a:schemeClr val="tx1"/>
                      </a:solidFill>
                      <a:latin typeface="Times New Roman" pitchFamily="18" charset="0"/>
                      <a:ea typeface="华文中宋" pitchFamily="2" charset="-122"/>
                    </a:defRPr>
                  </a:lvl1pPr>
                  <a:lvl2pPr marL="742950" indent="-285750" eaLnBrk="0" hangingPunct="0">
                    <a:defRPr kumimoji="1" sz="2800">
                      <a:solidFill>
                        <a:schemeClr val="tx1"/>
                      </a:solidFill>
                      <a:latin typeface="Times New Roman" pitchFamily="18" charset="0"/>
                      <a:ea typeface="华文中宋" pitchFamily="2" charset="-122"/>
                    </a:defRPr>
                  </a:lvl2pPr>
                  <a:lvl3pPr marL="1143000" indent="-228600" eaLnBrk="0" hangingPunct="0">
                    <a:defRPr kumimoji="1" sz="2800">
                      <a:solidFill>
                        <a:schemeClr val="tx1"/>
                      </a:solidFill>
                      <a:latin typeface="Times New Roman" pitchFamily="18" charset="0"/>
                      <a:ea typeface="华文中宋" pitchFamily="2" charset="-122"/>
                    </a:defRPr>
                  </a:lvl3pPr>
                  <a:lvl4pPr marL="1600200" indent="-228600" eaLnBrk="0" hangingPunct="0">
                    <a:defRPr kumimoji="1" sz="2800">
                      <a:solidFill>
                        <a:schemeClr val="tx1"/>
                      </a:solidFill>
                      <a:latin typeface="Times New Roman" pitchFamily="18" charset="0"/>
                      <a:ea typeface="华文中宋" pitchFamily="2" charset="-122"/>
                    </a:defRPr>
                  </a:lvl4pPr>
                  <a:lvl5pPr marL="2057400" indent="-228600" eaLnBrk="0" hangingPunct="0">
                    <a:defRPr kumimoji="1" sz="2800">
                      <a:solidFill>
                        <a:schemeClr val="tx1"/>
                      </a:solidFill>
                      <a:latin typeface="Times New Roman" pitchFamily="18" charset="0"/>
                      <a:ea typeface="华文中宋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itchFamily="18" charset="0"/>
                      <a:ea typeface="华文中宋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itchFamily="18" charset="0"/>
                      <a:ea typeface="华文中宋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itchFamily="18" charset="0"/>
                      <a:ea typeface="华文中宋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itchFamily="18" charset="0"/>
                      <a:ea typeface="华文中宋" pitchFamily="2" charset="-122"/>
                    </a:defRPr>
                  </a:lvl9pPr>
                </a:lstStyle>
                <a:p>
                  <a:pPr eaLnBrk="1" hangingPunct="1"/>
                  <a:r>
                    <a:rPr lang="en-US" altLang="zh-CN" sz="1799" b="1">
                      <a:solidFill>
                        <a:srgbClr val="FF0000"/>
                      </a:solidFill>
                      <a:ea typeface="宋体" pitchFamily="2" charset="-122"/>
                    </a:rPr>
                    <a:t>+</a:t>
                  </a:r>
                </a:p>
              </p:txBody>
            </p:sp>
            <p:sp>
              <p:nvSpPr>
                <p:cNvPr id="57" name="Text Box 55">
                  <a:extLst>
                    <a:ext uri="{FF2B5EF4-FFF2-40B4-BE49-F238E27FC236}">
                      <a16:creationId xmlns:a16="http://schemas.microsoft.com/office/drawing/2014/main" id="{CBF5F45B-41DD-DB58-BBDC-7FFAF419E795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576" y="1853"/>
                  <a:ext cx="329" cy="43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defRPr kumimoji="1" sz="2800">
                      <a:solidFill>
                        <a:schemeClr val="tx1"/>
                      </a:solidFill>
                      <a:latin typeface="Times New Roman" pitchFamily="18" charset="0"/>
                      <a:ea typeface="华文中宋" pitchFamily="2" charset="-122"/>
                    </a:defRPr>
                  </a:lvl1pPr>
                  <a:lvl2pPr marL="742950" indent="-285750" eaLnBrk="0" hangingPunct="0">
                    <a:defRPr kumimoji="1" sz="2800">
                      <a:solidFill>
                        <a:schemeClr val="tx1"/>
                      </a:solidFill>
                      <a:latin typeface="Times New Roman" pitchFamily="18" charset="0"/>
                      <a:ea typeface="华文中宋" pitchFamily="2" charset="-122"/>
                    </a:defRPr>
                  </a:lvl2pPr>
                  <a:lvl3pPr marL="1143000" indent="-228600" eaLnBrk="0" hangingPunct="0">
                    <a:defRPr kumimoji="1" sz="2800">
                      <a:solidFill>
                        <a:schemeClr val="tx1"/>
                      </a:solidFill>
                      <a:latin typeface="Times New Roman" pitchFamily="18" charset="0"/>
                      <a:ea typeface="华文中宋" pitchFamily="2" charset="-122"/>
                    </a:defRPr>
                  </a:lvl3pPr>
                  <a:lvl4pPr marL="1600200" indent="-228600" eaLnBrk="0" hangingPunct="0">
                    <a:defRPr kumimoji="1" sz="2800">
                      <a:solidFill>
                        <a:schemeClr val="tx1"/>
                      </a:solidFill>
                      <a:latin typeface="Times New Roman" pitchFamily="18" charset="0"/>
                      <a:ea typeface="华文中宋" pitchFamily="2" charset="-122"/>
                    </a:defRPr>
                  </a:lvl4pPr>
                  <a:lvl5pPr marL="2057400" indent="-228600" eaLnBrk="0" hangingPunct="0">
                    <a:defRPr kumimoji="1" sz="2800">
                      <a:solidFill>
                        <a:schemeClr val="tx1"/>
                      </a:solidFill>
                      <a:latin typeface="Times New Roman" pitchFamily="18" charset="0"/>
                      <a:ea typeface="华文中宋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itchFamily="18" charset="0"/>
                      <a:ea typeface="华文中宋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itchFamily="18" charset="0"/>
                      <a:ea typeface="华文中宋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itchFamily="18" charset="0"/>
                      <a:ea typeface="华文中宋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itchFamily="18" charset="0"/>
                      <a:ea typeface="华文中宋" pitchFamily="2" charset="-122"/>
                    </a:defRPr>
                  </a:lvl9pPr>
                </a:lstStyle>
                <a:p>
                  <a:pPr eaLnBrk="1" hangingPunct="1"/>
                  <a:r>
                    <a:rPr lang="en-US" altLang="zh-CN" sz="1799" b="1">
                      <a:solidFill>
                        <a:srgbClr val="FF0000"/>
                      </a:solidFill>
                      <a:ea typeface="宋体" pitchFamily="2" charset="-122"/>
                    </a:rPr>
                    <a:t>+</a:t>
                  </a:r>
                </a:p>
              </p:txBody>
            </p:sp>
          </p:grpSp>
          <p:grpSp>
            <p:nvGrpSpPr>
              <p:cNvPr id="34" name="Group 56">
                <a:extLst>
                  <a:ext uri="{FF2B5EF4-FFF2-40B4-BE49-F238E27FC236}">
                    <a16:creationId xmlns:a16="http://schemas.microsoft.com/office/drawing/2014/main" id="{EE3DA0DE-D982-4A25-84EC-AB199B80145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60" y="1447"/>
                <a:ext cx="329" cy="2570"/>
                <a:chOff x="576" y="1275"/>
                <a:chExt cx="329" cy="2402"/>
              </a:xfrm>
            </p:grpSpPr>
            <p:sp>
              <p:nvSpPr>
                <p:cNvPr id="35" name="Text Box 57">
                  <a:extLst>
                    <a:ext uri="{FF2B5EF4-FFF2-40B4-BE49-F238E27FC236}">
                      <a16:creationId xmlns:a16="http://schemas.microsoft.com/office/drawing/2014/main" id="{F71F5F59-2E9B-A423-CF4B-3F8F45B6A897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576" y="1275"/>
                  <a:ext cx="329" cy="43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defRPr kumimoji="1" sz="2800">
                      <a:solidFill>
                        <a:schemeClr val="tx1"/>
                      </a:solidFill>
                      <a:latin typeface="Times New Roman" pitchFamily="18" charset="0"/>
                      <a:ea typeface="华文中宋" pitchFamily="2" charset="-122"/>
                    </a:defRPr>
                  </a:lvl1pPr>
                  <a:lvl2pPr marL="742950" indent="-285750" eaLnBrk="0" hangingPunct="0">
                    <a:defRPr kumimoji="1" sz="2800">
                      <a:solidFill>
                        <a:schemeClr val="tx1"/>
                      </a:solidFill>
                      <a:latin typeface="Times New Roman" pitchFamily="18" charset="0"/>
                      <a:ea typeface="华文中宋" pitchFamily="2" charset="-122"/>
                    </a:defRPr>
                  </a:lvl2pPr>
                  <a:lvl3pPr marL="1143000" indent="-228600" eaLnBrk="0" hangingPunct="0">
                    <a:defRPr kumimoji="1" sz="2800">
                      <a:solidFill>
                        <a:schemeClr val="tx1"/>
                      </a:solidFill>
                      <a:latin typeface="Times New Roman" pitchFamily="18" charset="0"/>
                      <a:ea typeface="华文中宋" pitchFamily="2" charset="-122"/>
                    </a:defRPr>
                  </a:lvl3pPr>
                  <a:lvl4pPr marL="1600200" indent="-228600" eaLnBrk="0" hangingPunct="0">
                    <a:defRPr kumimoji="1" sz="2800">
                      <a:solidFill>
                        <a:schemeClr val="tx1"/>
                      </a:solidFill>
                      <a:latin typeface="Times New Roman" pitchFamily="18" charset="0"/>
                      <a:ea typeface="华文中宋" pitchFamily="2" charset="-122"/>
                    </a:defRPr>
                  </a:lvl4pPr>
                  <a:lvl5pPr marL="2057400" indent="-228600" eaLnBrk="0" hangingPunct="0">
                    <a:defRPr kumimoji="1" sz="2800">
                      <a:solidFill>
                        <a:schemeClr val="tx1"/>
                      </a:solidFill>
                      <a:latin typeface="Times New Roman" pitchFamily="18" charset="0"/>
                      <a:ea typeface="华文中宋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itchFamily="18" charset="0"/>
                      <a:ea typeface="华文中宋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itchFamily="18" charset="0"/>
                      <a:ea typeface="华文中宋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itchFamily="18" charset="0"/>
                      <a:ea typeface="华文中宋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itchFamily="18" charset="0"/>
                      <a:ea typeface="华文中宋" pitchFamily="2" charset="-122"/>
                    </a:defRPr>
                  </a:lvl9pPr>
                </a:lstStyle>
                <a:p>
                  <a:pPr eaLnBrk="1" hangingPunct="1"/>
                  <a:r>
                    <a:rPr lang="en-US" altLang="zh-CN" sz="1799" b="1" dirty="0">
                      <a:solidFill>
                        <a:srgbClr val="FF0000"/>
                      </a:solidFill>
                      <a:ea typeface="宋体" pitchFamily="2" charset="-122"/>
                    </a:rPr>
                    <a:t>+</a:t>
                  </a:r>
                </a:p>
              </p:txBody>
            </p:sp>
            <p:sp>
              <p:nvSpPr>
                <p:cNvPr id="36" name="Text Box 58">
                  <a:extLst>
                    <a:ext uri="{FF2B5EF4-FFF2-40B4-BE49-F238E27FC236}">
                      <a16:creationId xmlns:a16="http://schemas.microsoft.com/office/drawing/2014/main" id="{64029197-CC5D-2A2E-0CB3-9155F5208984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576" y="2573"/>
                  <a:ext cx="329" cy="43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defRPr kumimoji="1" sz="2800">
                      <a:solidFill>
                        <a:schemeClr val="tx1"/>
                      </a:solidFill>
                      <a:latin typeface="Times New Roman" pitchFamily="18" charset="0"/>
                      <a:ea typeface="华文中宋" pitchFamily="2" charset="-122"/>
                    </a:defRPr>
                  </a:lvl1pPr>
                  <a:lvl2pPr marL="742950" indent="-285750" eaLnBrk="0" hangingPunct="0">
                    <a:defRPr kumimoji="1" sz="2800">
                      <a:solidFill>
                        <a:schemeClr val="tx1"/>
                      </a:solidFill>
                      <a:latin typeface="Times New Roman" pitchFamily="18" charset="0"/>
                      <a:ea typeface="华文中宋" pitchFamily="2" charset="-122"/>
                    </a:defRPr>
                  </a:lvl2pPr>
                  <a:lvl3pPr marL="1143000" indent="-228600" eaLnBrk="0" hangingPunct="0">
                    <a:defRPr kumimoji="1" sz="2800">
                      <a:solidFill>
                        <a:schemeClr val="tx1"/>
                      </a:solidFill>
                      <a:latin typeface="Times New Roman" pitchFamily="18" charset="0"/>
                      <a:ea typeface="华文中宋" pitchFamily="2" charset="-122"/>
                    </a:defRPr>
                  </a:lvl3pPr>
                  <a:lvl4pPr marL="1600200" indent="-228600" eaLnBrk="0" hangingPunct="0">
                    <a:defRPr kumimoji="1" sz="2800">
                      <a:solidFill>
                        <a:schemeClr val="tx1"/>
                      </a:solidFill>
                      <a:latin typeface="Times New Roman" pitchFamily="18" charset="0"/>
                      <a:ea typeface="华文中宋" pitchFamily="2" charset="-122"/>
                    </a:defRPr>
                  </a:lvl4pPr>
                  <a:lvl5pPr marL="2057400" indent="-228600" eaLnBrk="0" hangingPunct="0">
                    <a:defRPr kumimoji="1" sz="2800">
                      <a:solidFill>
                        <a:schemeClr val="tx1"/>
                      </a:solidFill>
                      <a:latin typeface="Times New Roman" pitchFamily="18" charset="0"/>
                      <a:ea typeface="华文中宋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itchFamily="18" charset="0"/>
                      <a:ea typeface="华文中宋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itchFamily="18" charset="0"/>
                      <a:ea typeface="华文中宋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itchFamily="18" charset="0"/>
                      <a:ea typeface="华文中宋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itchFamily="18" charset="0"/>
                      <a:ea typeface="华文中宋" pitchFamily="2" charset="-122"/>
                    </a:defRPr>
                  </a:lvl9pPr>
                </a:lstStyle>
                <a:p>
                  <a:pPr eaLnBrk="1" hangingPunct="1"/>
                  <a:r>
                    <a:rPr lang="en-US" altLang="zh-CN" sz="1799" b="1">
                      <a:solidFill>
                        <a:srgbClr val="FF0000"/>
                      </a:solidFill>
                      <a:ea typeface="宋体" pitchFamily="2" charset="-122"/>
                    </a:rPr>
                    <a:t>+</a:t>
                  </a:r>
                </a:p>
              </p:txBody>
            </p:sp>
            <p:sp>
              <p:nvSpPr>
                <p:cNvPr id="37" name="Text Box 59">
                  <a:extLst>
                    <a:ext uri="{FF2B5EF4-FFF2-40B4-BE49-F238E27FC236}">
                      <a16:creationId xmlns:a16="http://schemas.microsoft.com/office/drawing/2014/main" id="{4377AA45-AAB0-4B2D-5286-003242AB74F9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576" y="3243"/>
                  <a:ext cx="329" cy="43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defRPr kumimoji="1" sz="2800">
                      <a:solidFill>
                        <a:schemeClr val="tx1"/>
                      </a:solidFill>
                      <a:latin typeface="Times New Roman" pitchFamily="18" charset="0"/>
                      <a:ea typeface="华文中宋" pitchFamily="2" charset="-122"/>
                    </a:defRPr>
                  </a:lvl1pPr>
                  <a:lvl2pPr marL="742950" indent="-285750" eaLnBrk="0" hangingPunct="0">
                    <a:defRPr kumimoji="1" sz="2800">
                      <a:solidFill>
                        <a:schemeClr val="tx1"/>
                      </a:solidFill>
                      <a:latin typeface="Times New Roman" pitchFamily="18" charset="0"/>
                      <a:ea typeface="华文中宋" pitchFamily="2" charset="-122"/>
                    </a:defRPr>
                  </a:lvl2pPr>
                  <a:lvl3pPr marL="1143000" indent="-228600" eaLnBrk="0" hangingPunct="0">
                    <a:defRPr kumimoji="1" sz="2800">
                      <a:solidFill>
                        <a:schemeClr val="tx1"/>
                      </a:solidFill>
                      <a:latin typeface="Times New Roman" pitchFamily="18" charset="0"/>
                      <a:ea typeface="华文中宋" pitchFamily="2" charset="-122"/>
                    </a:defRPr>
                  </a:lvl3pPr>
                  <a:lvl4pPr marL="1600200" indent="-228600" eaLnBrk="0" hangingPunct="0">
                    <a:defRPr kumimoji="1" sz="2800">
                      <a:solidFill>
                        <a:schemeClr val="tx1"/>
                      </a:solidFill>
                      <a:latin typeface="Times New Roman" pitchFamily="18" charset="0"/>
                      <a:ea typeface="华文中宋" pitchFamily="2" charset="-122"/>
                    </a:defRPr>
                  </a:lvl4pPr>
                  <a:lvl5pPr marL="2057400" indent="-228600" eaLnBrk="0" hangingPunct="0">
                    <a:defRPr kumimoji="1" sz="2800">
                      <a:solidFill>
                        <a:schemeClr val="tx1"/>
                      </a:solidFill>
                      <a:latin typeface="Times New Roman" pitchFamily="18" charset="0"/>
                      <a:ea typeface="华文中宋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itchFamily="18" charset="0"/>
                      <a:ea typeface="华文中宋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itchFamily="18" charset="0"/>
                      <a:ea typeface="华文中宋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itchFamily="18" charset="0"/>
                      <a:ea typeface="华文中宋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itchFamily="18" charset="0"/>
                      <a:ea typeface="华文中宋" pitchFamily="2" charset="-122"/>
                    </a:defRPr>
                  </a:lvl9pPr>
                </a:lstStyle>
                <a:p>
                  <a:pPr eaLnBrk="1" hangingPunct="1"/>
                  <a:r>
                    <a:rPr lang="en-US" altLang="zh-CN" sz="1799" b="1">
                      <a:solidFill>
                        <a:srgbClr val="FF0000"/>
                      </a:solidFill>
                      <a:ea typeface="宋体" pitchFamily="2" charset="-122"/>
                    </a:rPr>
                    <a:t>+</a:t>
                  </a:r>
                </a:p>
              </p:txBody>
            </p:sp>
            <p:sp>
              <p:nvSpPr>
                <p:cNvPr id="38" name="Text Box 60">
                  <a:extLst>
                    <a:ext uri="{FF2B5EF4-FFF2-40B4-BE49-F238E27FC236}">
                      <a16:creationId xmlns:a16="http://schemas.microsoft.com/office/drawing/2014/main" id="{549096D8-DE3A-C1A4-9FDA-DFBEB890226E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576" y="1852"/>
                  <a:ext cx="329" cy="43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defRPr kumimoji="1" sz="2800">
                      <a:solidFill>
                        <a:schemeClr val="tx1"/>
                      </a:solidFill>
                      <a:latin typeface="Times New Roman" pitchFamily="18" charset="0"/>
                      <a:ea typeface="华文中宋" pitchFamily="2" charset="-122"/>
                    </a:defRPr>
                  </a:lvl1pPr>
                  <a:lvl2pPr marL="742950" indent="-285750" eaLnBrk="0" hangingPunct="0">
                    <a:defRPr kumimoji="1" sz="2800">
                      <a:solidFill>
                        <a:schemeClr val="tx1"/>
                      </a:solidFill>
                      <a:latin typeface="Times New Roman" pitchFamily="18" charset="0"/>
                      <a:ea typeface="华文中宋" pitchFamily="2" charset="-122"/>
                    </a:defRPr>
                  </a:lvl2pPr>
                  <a:lvl3pPr marL="1143000" indent="-228600" eaLnBrk="0" hangingPunct="0">
                    <a:defRPr kumimoji="1" sz="2800">
                      <a:solidFill>
                        <a:schemeClr val="tx1"/>
                      </a:solidFill>
                      <a:latin typeface="Times New Roman" pitchFamily="18" charset="0"/>
                      <a:ea typeface="华文中宋" pitchFamily="2" charset="-122"/>
                    </a:defRPr>
                  </a:lvl3pPr>
                  <a:lvl4pPr marL="1600200" indent="-228600" eaLnBrk="0" hangingPunct="0">
                    <a:defRPr kumimoji="1" sz="2800">
                      <a:solidFill>
                        <a:schemeClr val="tx1"/>
                      </a:solidFill>
                      <a:latin typeface="Times New Roman" pitchFamily="18" charset="0"/>
                      <a:ea typeface="华文中宋" pitchFamily="2" charset="-122"/>
                    </a:defRPr>
                  </a:lvl4pPr>
                  <a:lvl5pPr marL="2057400" indent="-228600" eaLnBrk="0" hangingPunct="0">
                    <a:defRPr kumimoji="1" sz="2800">
                      <a:solidFill>
                        <a:schemeClr val="tx1"/>
                      </a:solidFill>
                      <a:latin typeface="Times New Roman" pitchFamily="18" charset="0"/>
                      <a:ea typeface="华文中宋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itchFamily="18" charset="0"/>
                      <a:ea typeface="华文中宋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itchFamily="18" charset="0"/>
                      <a:ea typeface="华文中宋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itchFamily="18" charset="0"/>
                      <a:ea typeface="华文中宋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itchFamily="18" charset="0"/>
                      <a:ea typeface="华文中宋" pitchFamily="2" charset="-122"/>
                    </a:defRPr>
                  </a:lvl9pPr>
                </a:lstStyle>
                <a:p>
                  <a:pPr eaLnBrk="1" hangingPunct="1"/>
                  <a:r>
                    <a:rPr lang="en-US" altLang="zh-CN" sz="1799" b="1">
                      <a:solidFill>
                        <a:srgbClr val="FF0000"/>
                      </a:solidFill>
                      <a:ea typeface="宋体" pitchFamily="2" charset="-122"/>
                    </a:rPr>
                    <a:t>+</a:t>
                  </a:r>
                </a:p>
              </p:txBody>
            </p:sp>
          </p:grpSp>
        </p:grpSp>
        <p:sp>
          <p:nvSpPr>
            <p:cNvPr id="26" name="Line 61">
              <a:extLst>
                <a:ext uri="{FF2B5EF4-FFF2-40B4-BE49-F238E27FC236}">
                  <a16:creationId xmlns:a16="http://schemas.microsoft.com/office/drawing/2014/main" id="{3546277E-E57A-E420-F165-0A892B4CDFC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104" y="1026"/>
              <a:ext cx="0" cy="270"/>
            </a:xfrm>
            <a:prstGeom prst="line">
              <a:avLst/>
            </a:prstGeom>
            <a:noFill/>
            <a:ln w="571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799"/>
            </a:p>
          </p:txBody>
        </p:sp>
        <p:sp>
          <p:nvSpPr>
            <p:cNvPr id="27" name="Text Box 62">
              <a:extLst>
                <a:ext uri="{FF2B5EF4-FFF2-40B4-BE49-F238E27FC236}">
                  <a16:creationId xmlns:a16="http://schemas.microsoft.com/office/drawing/2014/main" id="{56D7D04C-8413-5803-9EDD-79EE7BB999F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4" y="1105"/>
              <a:ext cx="329" cy="4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华文中宋" pitchFamily="2" charset="-12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华文中宋" pitchFamily="2" charset="-12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华文中宋" pitchFamily="2" charset="-12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华文中宋" pitchFamily="2" charset="-12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华文中宋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华文中宋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华文中宋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华文中宋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华文中宋" pitchFamily="2" charset="-122"/>
                </a:defRPr>
              </a:lvl9pPr>
            </a:lstStyle>
            <a:p>
              <a:pPr eaLnBrk="1" hangingPunct="1"/>
              <a:r>
                <a:rPr lang="en-US" altLang="zh-CN" sz="1799" b="1">
                  <a:solidFill>
                    <a:srgbClr val="FF0000"/>
                  </a:solidFill>
                  <a:ea typeface="宋体" pitchFamily="2" charset="-122"/>
                </a:rPr>
                <a:t>+</a:t>
              </a:r>
            </a:p>
          </p:txBody>
        </p:sp>
        <p:sp>
          <p:nvSpPr>
            <p:cNvPr id="28" name="Text Box 63">
              <a:extLst>
                <a:ext uri="{FF2B5EF4-FFF2-40B4-BE49-F238E27FC236}">
                  <a16:creationId xmlns:a16="http://schemas.microsoft.com/office/drawing/2014/main" id="{15977CCD-0EB2-1AA4-A5B8-544AF3CBE9C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78" y="1134"/>
              <a:ext cx="329" cy="4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华文中宋" pitchFamily="2" charset="-12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华文中宋" pitchFamily="2" charset="-12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华文中宋" pitchFamily="2" charset="-12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华文中宋" pitchFamily="2" charset="-12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华文中宋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华文中宋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华文中宋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华文中宋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华文中宋" pitchFamily="2" charset="-122"/>
                </a:defRPr>
              </a:lvl9pPr>
            </a:lstStyle>
            <a:p>
              <a:pPr eaLnBrk="1" hangingPunct="1"/>
              <a:r>
                <a:rPr lang="en-US" altLang="zh-CN" sz="1799" b="1">
                  <a:solidFill>
                    <a:srgbClr val="FF0000"/>
                  </a:solidFill>
                  <a:ea typeface="宋体" pitchFamily="2" charset="-122"/>
                </a:rPr>
                <a:t>+</a:t>
              </a:r>
            </a:p>
          </p:txBody>
        </p:sp>
      </p:grpSp>
      <p:grpSp>
        <p:nvGrpSpPr>
          <p:cNvPr id="69" name="Group 64">
            <a:extLst>
              <a:ext uri="{FF2B5EF4-FFF2-40B4-BE49-F238E27FC236}">
                <a16:creationId xmlns:a16="http://schemas.microsoft.com/office/drawing/2014/main" id="{FA8FBA13-699B-4083-87A6-E264749EE534}"/>
              </a:ext>
            </a:extLst>
          </p:cNvPr>
          <p:cNvGrpSpPr>
            <a:grpSpLocks/>
          </p:cNvGrpSpPr>
          <p:nvPr/>
        </p:nvGrpSpPr>
        <p:grpSpPr bwMode="auto">
          <a:xfrm>
            <a:off x="1147457" y="1564681"/>
            <a:ext cx="2165897" cy="2194768"/>
            <a:chOff x="-1" y="1248"/>
            <a:chExt cx="2210" cy="2688"/>
          </a:xfrm>
        </p:grpSpPr>
        <p:grpSp>
          <p:nvGrpSpPr>
            <p:cNvPr id="70" name="Group 65">
              <a:extLst>
                <a:ext uri="{FF2B5EF4-FFF2-40B4-BE49-F238E27FC236}">
                  <a16:creationId xmlns:a16="http://schemas.microsoft.com/office/drawing/2014/main" id="{B681B3C3-5D48-38D2-FE4D-7D799AC54BD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-1" y="1248"/>
              <a:ext cx="2209" cy="1296"/>
              <a:chOff x="-1" y="1248"/>
              <a:chExt cx="2209" cy="1296"/>
            </a:xfrm>
          </p:grpSpPr>
          <p:sp>
            <p:nvSpPr>
              <p:cNvPr id="90" name="Line 66">
                <a:extLst>
                  <a:ext uri="{FF2B5EF4-FFF2-40B4-BE49-F238E27FC236}">
                    <a16:creationId xmlns:a16="http://schemas.microsoft.com/office/drawing/2014/main" id="{A12792C8-1FE4-1676-51F2-FFA66AA37B2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56" y="1584"/>
                <a:ext cx="752" cy="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799"/>
              </a:p>
            </p:txBody>
          </p:sp>
          <p:sp>
            <p:nvSpPr>
              <p:cNvPr id="91" name="Line 67">
                <a:extLst>
                  <a:ext uri="{FF2B5EF4-FFF2-40B4-BE49-F238E27FC236}">
                    <a16:creationId xmlns:a16="http://schemas.microsoft.com/office/drawing/2014/main" id="{637C953C-3807-A9F3-8CF6-5C513B05B86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5" y="1584"/>
                <a:ext cx="235" cy="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799"/>
              </a:p>
            </p:txBody>
          </p:sp>
          <p:sp>
            <p:nvSpPr>
              <p:cNvPr id="92" name="Line 68">
                <a:extLst>
                  <a:ext uri="{FF2B5EF4-FFF2-40B4-BE49-F238E27FC236}">
                    <a16:creationId xmlns:a16="http://schemas.microsoft.com/office/drawing/2014/main" id="{EBA399A1-FEC6-071D-DB07-63BD26C8D63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-1" y="1584"/>
                <a:ext cx="752" cy="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799"/>
              </a:p>
            </p:txBody>
          </p:sp>
          <p:sp>
            <p:nvSpPr>
              <p:cNvPr id="93" name="Line 69">
                <a:extLst>
                  <a:ext uri="{FF2B5EF4-FFF2-40B4-BE49-F238E27FC236}">
                    <a16:creationId xmlns:a16="http://schemas.microsoft.com/office/drawing/2014/main" id="{7698B173-78F6-664F-F576-947733C443E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657" y="1584"/>
                <a:ext cx="235" cy="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799"/>
              </a:p>
            </p:txBody>
          </p:sp>
          <p:sp>
            <p:nvSpPr>
              <p:cNvPr id="94" name="Line 70">
                <a:extLst>
                  <a:ext uri="{FF2B5EF4-FFF2-40B4-BE49-F238E27FC236}">
                    <a16:creationId xmlns:a16="http://schemas.microsoft.com/office/drawing/2014/main" id="{7C977EF4-CD2A-18D6-7134-E5C00E986FA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88" y="1632"/>
                <a:ext cx="705" cy="192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799"/>
              </a:p>
            </p:txBody>
          </p:sp>
          <p:sp>
            <p:nvSpPr>
              <p:cNvPr id="95" name="Line 71">
                <a:extLst>
                  <a:ext uri="{FF2B5EF4-FFF2-40B4-BE49-F238E27FC236}">
                    <a16:creationId xmlns:a16="http://schemas.microsoft.com/office/drawing/2014/main" id="{D2F532F4-F80A-F488-9228-D75DCFD2BFF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21" y="1632"/>
                <a:ext cx="470" cy="24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799"/>
              </a:p>
            </p:txBody>
          </p:sp>
          <p:sp>
            <p:nvSpPr>
              <p:cNvPr id="96" name="Line 72">
                <a:extLst>
                  <a:ext uri="{FF2B5EF4-FFF2-40B4-BE49-F238E27FC236}">
                    <a16:creationId xmlns:a16="http://schemas.microsoft.com/office/drawing/2014/main" id="{806DD1D6-A73A-1A47-9D37-99D886D49FE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056" y="1632"/>
                <a:ext cx="47" cy="24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799"/>
              </a:p>
            </p:txBody>
          </p:sp>
          <p:sp>
            <p:nvSpPr>
              <p:cNvPr id="97" name="Line 73">
                <a:extLst>
                  <a:ext uri="{FF2B5EF4-FFF2-40B4-BE49-F238E27FC236}">
                    <a16:creationId xmlns:a16="http://schemas.microsoft.com/office/drawing/2014/main" id="{260548E4-DBE4-1DA6-A030-AC020C80180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440" y="1296"/>
                <a:ext cx="376" cy="144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799"/>
              </a:p>
            </p:txBody>
          </p:sp>
          <p:sp>
            <p:nvSpPr>
              <p:cNvPr id="98" name="Line 74">
                <a:extLst>
                  <a:ext uri="{FF2B5EF4-FFF2-40B4-BE49-F238E27FC236}">
                    <a16:creationId xmlns:a16="http://schemas.microsoft.com/office/drawing/2014/main" id="{9C4FF82E-76FF-40CB-F6CB-9A2E6C848B7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480" y="1248"/>
                <a:ext cx="282" cy="192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799"/>
              </a:p>
            </p:txBody>
          </p:sp>
          <p:sp>
            <p:nvSpPr>
              <p:cNvPr id="99" name="Line 75">
                <a:extLst>
                  <a:ext uri="{FF2B5EF4-FFF2-40B4-BE49-F238E27FC236}">
                    <a16:creationId xmlns:a16="http://schemas.microsoft.com/office/drawing/2014/main" id="{68791ACC-8E98-D490-B6A8-0F2764822AB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09" y="2256"/>
                <a:ext cx="752" cy="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799"/>
              </a:p>
            </p:txBody>
          </p:sp>
          <p:sp>
            <p:nvSpPr>
              <p:cNvPr id="100" name="Line 76">
                <a:extLst>
                  <a:ext uri="{FF2B5EF4-FFF2-40B4-BE49-F238E27FC236}">
                    <a16:creationId xmlns:a16="http://schemas.microsoft.com/office/drawing/2014/main" id="{0BC09F73-5274-27EB-9196-A2637F683B5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68" y="2256"/>
                <a:ext cx="235" cy="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799"/>
              </a:p>
            </p:txBody>
          </p:sp>
          <p:sp>
            <p:nvSpPr>
              <p:cNvPr id="101" name="Line 77">
                <a:extLst>
                  <a:ext uri="{FF2B5EF4-FFF2-40B4-BE49-F238E27FC236}">
                    <a16:creationId xmlns:a16="http://schemas.microsoft.com/office/drawing/2014/main" id="{2244469D-2EBB-A291-1729-173D4E9E929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9" y="2256"/>
                <a:ext cx="752" cy="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799"/>
              </a:p>
            </p:txBody>
          </p:sp>
          <p:sp>
            <p:nvSpPr>
              <p:cNvPr id="102" name="Line 78">
                <a:extLst>
                  <a:ext uri="{FF2B5EF4-FFF2-40B4-BE49-F238E27FC236}">
                    <a16:creationId xmlns:a16="http://schemas.microsoft.com/office/drawing/2014/main" id="{362DE04F-0B6D-0CC1-B18C-44002614028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677" y="2256"/>
                <a:ext cx="235" cy="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799"/>
              </a:p>
            </p:txBody>
          </p:sp>
          <p:sp>
            <p:nvSpPr>
              <p:cNvPr id="103" name="Line 79">
                <a:extLst>
                  <a:ext uri="{FF2B5EF4-FFF2-40B4-BE49-F238E27FC236}">
                    <a16:creationId xmlns:a16="http://schemas.microsoft.com/office/drawing/2014/main" id="{FE112DB0-D1C9-3216-1EBD-5942A6A1E2D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81" y="2304"/>
                <a:ext cx="705" cy="192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799"/>
              </a:p>
            </p:txBody>
          </p:sp>
          <p:sp>
            <p:nvSpPr>
              <p:cNvPr id="104" name="Line 80">
                <a:extLst>
                  <a:ext uri="{FF2B5EF4-FFF2-40B4-BE49-F238E27FC236}">
                    <a16:creationId xmlns:a16="http://schemas.microsoft.com/office/drawing/2014/main" id="{698A46B7-47AD-F288-4A5D-28579621CC7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74" y="2304"/>
                <a:ext cx="470" cy="24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799"/>
              </a:p>
            </p:txBody>
          </p:sp>
          <p:sp>
            <p:nvSpPr>
              <p:cNvPr id="105" name="Line 81">
                <a:extLst>
                  <a:ext uri="{FF2B5EF4-FFF2-40B4-BE49-F238E27FC236}">
                    <a16:creationId xmlns:a16="http://schemas.microsoft.com/office/drawing/2014/main" id="{398B95D4-1BDF-927C-6B0F-3D28747EF62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033" y="2304"/>
                <a:ext cx="47" cy="24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799"/>
              </a:p>
            </p:txBody>
          </p:sp>
          <p:sp>
            <p:nvSpPr>
              <p:cNvPr id="106" name="Line 82">
                <a:extLst>
                  <a:ext uri="{FF2B5EF4-FFF2-40B4-BE49-F238E27FC236}">
                    <a16:creationId xmlns:a16="http://schemas.microsoft.com/office/drawing/2014/main" id="{C6C0DC88-CDC5-043A-6E61-158DC62DD49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392" y="1968"/>
                <a:ext cx="376" cy="144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799"/>
              </a:p>
            </p:txBody>
          </p:sp>
          <p:sp>
            <p:nvSpPr>
              <p:cNvPr id="107" name="Line 83">
                <a:extLst>
                  <a:ext uri="{FF2B5EF4-FFF2-40B4-BE49-F238E27FC236}">
                    <a16:creationId xmlns:a16="http://schemas.microsoft.com/office/drawing/2014/main" id="{2DC4D8E8-B037-959F-5C38-ED15E467859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469" y="1920"/>
                <a:ext cx="282" cy="192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799"/>
              </a:p>
            </p:txBody>
          </p:sp>
        </p:grpSp>
        <p:grpSp>
          <p:nvGrpSpPr>
            <p:cNvPr id="71" name="Group 84">
              <a:extLst>
                <a:ext uri="{FF2B5EF4-FFF2-40B4-BE49-F238E27FC236}">
                  <a16:creationId xmlns:a16="http://schemas.microsoft.com/office/drawing/2014/main" id="{27D80684-0918-D5B7-1C75-8965B8C3C86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2640"/>
              <a:ext cx="2209" cy="1296"/>
              <a:chOff x="-1" y="1248"/>
              <a:chExt cx="2209" cy="1296"/>
            </a:xfrm>
          </p:grpSpPr>
          <p:sp>
            <p:nvSpPr>
              <p:cNvPr id="72" name="Line 85">
                <a:extLst>
                  <a:ext uri="{FF2B5EF4-FFF2-40B4-BE49-F238E27FC236}">
                    <a16:creationId xmlns:a16="http://schemas.microsoft.com/office/drawing/2014/main" id="{59417BF8-4191-C207-1B5D-C860400D7BB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56" y="1584"/>
                <a:ext cx="752" cy="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799"/>
              </a:p>
            </p:txBody>
          </p:sp>
          <p:sp>
            <p:nvSpPr>
              <p:cNvPr id="73" name="Line 86">
                <a:extLst>
                  <a:ext uri="{FF2B5EF4-FFF2-40B4-BE49-F238E27FC236}">
                    <a16:creationId xmlns:a16="http://schemas.microsoft.com/office/drawing/2014/main" id="{FB4A0C6B-EA7F-14A7-0D40-9C20E40BC9C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5" y="1584"/>
                <a:ext cx="235" cy="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799"/>
              </a:p>
            </p:txBody>
          </p:sp>
          <p:sp>
            <p:nvSpPr>
              <p:cNvPr id="74" name="Line 87">
                <a:extLst>
                  <a:ext uri="{FF2B5EF4-FFF2-40B4-BE49-F238E27FC236}">
                    <a16:creationId xmlns:a16="http://schemas.microsoft.com/office/drawing/2014/main" id="{EBA1E798-69E6-DEA7-EB38-DF4B9C92490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-1" y="1584"/>
                <a:ext cx="752" cy="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799"/>
              </a:p>
            </p:txBody>
          </p:sp>
          <p:sp>
            <p:nvSpPr>
              <p:cNvPr id="75" name="Line 88">
                <a:extLst>
                  <a:ext uri="{FF2B5EF4-FFF2-40B4-BE49-F238E27FC236}">
                    <a16:creationId xmlns:a16="http://schemas.microsoft.com/office/drawing/2014/main" id="{DEAA06B4-6036-06E6-141A-D00B9229162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657" y="1584"/>
                <a:ext cx="235" cy="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799"/>
              </a:p>
            </p:txBody>
          </p:sp>
          <p:sp>
            <p:nvSpPr>
              <p:cNvPr id="76" name="Line 89">
                <a:extLst>
                  <a:ext uri="{FF2B5EF4-FFF2-40B4-BE49-F238E27FC236}">
                    <a16:creationId xmlns:a16="http://schemas.microsoft.com/office/drawing/2014/main" id="{502AC915-536A-CC45-AB7A-8252CA86906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88" y="1632"/>
                <a:ext cx="705" cy="192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799"/>
              </a:p>
            </p:txBody>
          </p:sp>
          <p:sp>
            <p:nvSpPr>
              <p:cNvPr id="77" name="Line 90">
                <a:extLst>
                  <a:ext uri="{FF2B5EF4-FFF2-40B4-BE49-F238E27FC236}">
                    <a16:creationId xmlns:a16="http://schemas.microsoft.com/office/drawing/2014/main" id="{F9887B75-E83C-2E60-6CF3-2C07E61A78B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21" y="1632"/>
                <a:ext cx="470" cy="24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799"/>
              </a:p>
            </p:txBody>
          </p:sp>
          <p:sp>
            <p:nvSpPr>
              <p:cNvPr id="78" name="Line 91">
                <a:extLst>
                  <a:ext uri="{FF2B5EF4-FFF2-40B4-BE49-F238E27FC236}">
                    <a16:creationId xmlns:a16="http://schemas.microsoft.com/office/drawing/2014/main" id="{6E0BD0C2-FBC2-B8AC-DCC4-F15B8C24CA3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056" y="1632"/>
                <a:ext cx="47" cy="24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799"/>
              </a:p>
            </p:txBody>
          </p:sp>
          <p:sp>
            <p:nvSpPr>
              <p:cNvPr id="79" name="Line 92">
                <a:extLst>
                  <a:ext uri="{FF2B5EF4-FFF2-40B4-BE49-F238E27FC236}">
                    <a16:creationId xmlns:a16="http://schemas.microsoft.com/office/drawing/2014/main" id="{291B5825-0E3D-43C1-05EB-ACAA99ED236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440" y="1296"/>
                <a:ext cx="376" cy="144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799"/>
              </a:p>
            </p:txBody>
          </p:sp>
          <p:sp>
            <p:nvSpPr>
              <p:cNvPr id="80" name="Line 93">
                <a:extLst>
                  <a:ext uri="{FF2B5EF4-FFF2-40B4-BE49-F238E27FC236}">
                    <a16:creationId xmlns:a16="http://schemas.microsoft.com/office/drawing/2014/main" id="{B79F02F3-957B-E99F-E9F0-D2DA42FC4F2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480" y="1248"/>
                <a:ext cx="282" cy="192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799"/>
              </a:p>
            </p:txBody>
          </p:sp>
          <p:sp>
            <p:nvSpPr>
              <p:cNvPr id="81" name="Line 94">
                <a:extLst>
                  <a:ext uri="{FF2B5EF4-FFF2-40B4-BE49-F238E27FC236}">
                    <a16:creationId xmlns:a16="http://schemas.microsoft.com/office/drawing/2014/main" id="{51EB67CB-1867-B0F7-CBE8-F1F3BE7E91D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09" y="2256"/>
                <a:ext cx="752" cy="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799"/>
              </a:p>
            </p:txBody>
          </p:sp>
          <p:sp>
            <p:nvSpPr>
              <p:cNvPr id="82" name="Line 95">
                <a:extLst>
                  <a:ext uri="{FF2B5EF4-FFF2-40B4-BE49-F238E27FC236}">
                    <a16:creationId xmlns:a16="http://schemas.microsoft.com/office/drawing/2014/main" id="{6F3CE3EB-634B-2712-47DB-4FC62F2501D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68" y="2256"/>
                <a:ext cx="235" cy="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799"/>
              </a:p>
            </p:txBody>
          </p:sp>
          <p:sp>
            <p:nvSpPr>
              <p:cNvPr id="83" name="Line 96">
                <a:extLst>
                  <a:ext uri="{FF2B5EF4-FFF2-40B4-BE49-F238E27FC236}">
                    <a16:creationId xmlns:a16="http://schemas.microsoft.com/office/drawing/2014/main" id="{234CF5FF-70CF-60F2-42C4-3E049B9695B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9" y="2256"/>
                <a:ext cx="752" cy="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799"/>
              </a:p>
            </p:txBody>
          </p:sp>
          <p:sp>
            <p:nvSpPr>
              <p:cNvPr id="84" name="Line 97">
                <a:extLst>
                  <a:ext uri="{FF2B5EF4-FFF2-40B4-BE49-F238E27FC236}">
                    <a16:creationId xmlns:a16="http://schemas.microsoft.com/office/drawing/2014/main" id="{821C57A8-5310-953C-E87D-62FDF07F846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677" y="2256"/>
                <a:ext cx="235" cy="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799"/>
              </a:p>
            </p:txBody>
          </p:sp>
          <p:sp>
            <p:nvSpPr>
              <p:cNvPr id="85" name="Line 98">
                <a:extLst>
                  <a:ext uri="{FF2B5EF4-FFF2-40B4-BE49-F238E27FC236}">
                    <a16:creationId xmlns:a16="http://schemas.microsoft.com/office/drawing/2014/main" id="{3A4E3B84-99E9-42E9-ACDC-C6B5F852470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81" y="2304"/>
                <a:ext cx="705" cy="192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799"/>
              </a:p>
            </p:txBody>
          </p:sp>
          <p:sp>
            <p:nvSpPr>
              <p:cNvPr id="86" name="Line 99">
                <a:extLst>
                  <a:ext uri="{FF2B5EF4-FFF2-40B4-BE49-F238E27FC236}">
                    <a16:creationId xmlns:a16="http://schemas.microsoft.com/office/drawing/2014/main" id="{4B5039A9-DAB3-1AE9-772E-F87731FCE0A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74" y="2304"/>
                <a:ext cx="470" cy="24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799"/>
              </a:p>
            </p:txBody>
          </p:sp>
          <p:sp>
            <p:nvSpPr>
              <p:cNvPr id="87" name="Line 100">
                <a:extLst>
                  <a:ext uri="{FF2B5EF4-FFF2-40B4-BE49-F238E27FC236}">
                    <a16:creationId xmlns:a16="http://schemas.microsoft.com/office/drawing/2014/main" id="{FD7C5D7E-DABB-E914-0765-C21C8A488A3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033" y="2304"/>
                <a:ext cx="47" cy="24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799"/>
              </a:p>
            </p:txBody>
          </p:sp>
          <p:sp>
            <p:nvSpPr>
              <p:cNvPr id="88" name="Line 101">
                <a:extLst>
                  <a:ext uri="{FF2B5EF4-FFF2-40B4-BE49-F238E27FC236}">
                    <a16:creationId xmlns:a16="http://schemas.microsoft.com/office/drawing/2014/main" id="{56CFD925-25A2-08C1-ED5F-73BF9BD5161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392" y="1968"/>
                <a:ext cx="376" cy="144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799"/>
              </a:p>
            </p:txBody>
          </p:sp>
          <p:sp>
            <p:nvSpPr>
              <p:cNvPr id="89" name="Line 102">
                <a:extLst>
                  <a:ext uri="{FF2B5EF4-FFF2-40B4-BE49-F238E27FC236}">
                    <a16:creationId xmlns:a16="http://schemas.microsoft.com/office/drawing/2014/main" id="{00605D0A-72AE-F91E-2E6D-62BC95DD774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469" y="1920"/>
                <a:ext cx="282" cy="192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799"/>
              </a:p>
            </p:txBody>
          </p:sp>
        </p:grpSp>
      </p:grpSp>
      <p:sp>
        <p:nvSpPr>
          <p:cNvPr id="108" name="Rectangle 103">
            <a:extLst>
              <a:ext uri="{FF2B5EF4-FFF2-40B4-BE49-F238E27FC236}">
                <a16:creationId xmlns:a16="http://schemas.microsoft.com/office/drawing/2014/main" id="{B68CC645-FFBB-9245-B7D4-DBE88304CC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76205" y="3775966"/>
            <a:ext cx="2853550" cy="922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799" b="1" dirty="0">
                <a:latin typeface="华文中宋" pitchFamily="2" charset="-122"/>
              </a:rPr>
              <a:t>      </a:t>
            </a:r>
            <a:r>
              <a:rPr lang="zh-CN" altLang="en-US" sz="1799" b="1" dirty="0">
                <a:latin typeface="华文中宋" pitchFamily="2" charset="-122"/>
              </a:rPr>
              <a:t>同前分析可知，柱面内各点</a:t>
            </a:r>
            <a:r>
              <a:rPr lang="en-US" altLang="zh-CN" sz="1799" b="1" dirty="0">
                <a:latin typeface="华文中宋" pitchFamily="2" charset="-122"/>
              </a:rPr>
              <a:t>E</a:t>
            </a:r>
            <a:r>
              <a:rPr lang="zh-CN" altLang="en-US" sz="1799" b="1" baseline="-30000" dirty="0">
                <a:latin typeface="华文中宋" pitchFamily="2" charset="-122"/>
              </a:rPr>
              <a:t>内</a:t>
            </a:r>
            <a:r>
              <a:rPr lang="en-US" altLang="zh-CN" sz="1799" b="1" dirty="0">
                <a:latin typeface="华文中宋" pitchFamily="2" charset="-122"/>
              </a:rPr>
              <a:t>=0</a:t>
            </a:r>
            <a:r>
              <a:rPr lang="zh-CN" altLang="en-US" sz="1799" b="1" dirty="0">
                <a:latin typeface="华文中宋" pitchFamily="2" charset="-122"/>
              </a:rPr>
              <a:t>，电场以中心轴线为对称。</a:t>
            </a:r>
          </a:p>
        </p:txBody>
      </p:sp>
      <p:grpSp>
        <p:nvGrpSpPr>
          <p:cNvPr id="109" name="Group 105">
            <a:extLst>
              <a:ext uri="{FF2B5EF4-FFF2-40B4-BE49-F238E27FC236}">
                <a16:creationId xmlns:a16="http://schemas.microsoft.com/office/drawing/2014/main" id="{DEC9E8C3-D61E-4AB6-0D4F-BDA97A674D74}"/>
              </a:ext>
            </a:extLst>
          </p:cNvPr>
          <p:cNvGrpSpPr>
            <a:grpSpLocks/>
          </p:cNvGrpSpPr>
          <p:nvPr/>
        </p:nvGrpSpPr>
        <p:grpSpPr bwMode="auto">
          <a:xfrm>
            <a:off x="4504861" y="1399375"/>
            <a:ext cx="2741507" cy="1927622"/>
            <a:chOff x="2976" y="1872"/>
            <a:chExt cx="2304" cy="2160"/>
          </a:xfrm>
        </p:grpSpPr>
        <p:sp>
          <p:nvSpPr>
            <p:cNvPr id="110" name="Line 106">
              <a:extLst>
                <a:ext uri="{FF2B5EF4-FFF2-40B4-BE49-F238E27FC236}">
                  <a16:creationId xmlns:a16="http://schemas.microsoft.com/office/drawing/2014/main" id="{94684544-B00D-A254-1637-7DCF4359CEC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28" y="1872"/>
              <a:ext cx="0" cy="816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799"/>
            </a:p>
          </p:txBody>
        </p:sp>
        <p:grpSp>
          <p:nvGrpSpPr>
            <p:cNvPr id="111" name="Group 107">
              <a:extLst>
                <a:ext uri="{FF2B5EF4-FFF2-40B4-BE49-F238E27FC236}">
                  <a16:creationId xmlns:a16="http://schemas.microsoft.com/office/drawing/2014/main" id="{31E0DCE1-9BD6-95B2-3D11-F560FFB6BCE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76" y="1920"/>
              <a:ext cx="2304" cy="2112"/>
              <a:chOff x="2448" y="2256"/>
              <a:chExt cx="2304" cy="2112"/>
            </a:xfrm>
          </p:grpSpPr>
          <p:sp>
            <p:nvSpPr>
              <p:cNvPr id="112" name="Line 108">
                <a:extLst>
                  <a:ext uri="{FF2B5EF4-FFF2-40B4-BE49-F238E27FC236}">
                    <a16:creationId xmlns:a16="http://schemas.microsoft.com/office/drawing/2014/main" id="{F0075B23-29E1-3C5B-332A-9DBB7828C65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44" y="3888"/>
                <a:ext cx="144" cy="432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799"/>
              </a:p>
            </p:txBody>
          </p:sp>
          <p:sp>
            <p:nvSpPr>
              <p:cNvPr id="113" name="Line 109">
                <a:extLst>
                  <a:ext uri="{FF2B5EF4-FFF2-40B4-BE49-F238E27FC236}">
                    <a16:creationId xmlns:a16="http://schemas.microsoft.com/office/drawing/2014/main" id="{7314FE2B-F634-FC92-57DC-CBEBC3E6CE9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40" y="3312"/>
                <a:ext cx="912" cy="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799"/>
              </a:p>
            </p:txBody>
          </p:sp>
          <p:sp>
            <p:nvSpPr>
              <p:cNvPr id="114" name="Line 110">
                <a:extLst>
                  <a:ext uri="{FF2B5EF4-FFF2-40B4-BE49-F238E27FC236}">
                    <a16:creationId xmlns:a16="http://schemas.microsoft.com/office/drawing/2014/main" id="{5E6C12FB-F73C-63E5-4ABF-011715D5BC9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448" y="3312"/>
                <a:ext cx="912" cy="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799"/>
              </a:p>
            </p:txBody>
          </p:sp>
          <p:sp>
            <p:nvSpPr>
              <p:cNvPr id="179" name="Line 111">
                <a:extLst>
                  <a:ext uri="{FF2B5EF4-FFF2-40B4-BE49-F238E27FC236}">
                    <a16:creationId xmlns:a16="http://schemas.microsoft.com/office/drawing/2014/main" id="{778457C2-990D-FDBD-DFD0-4FBBF934F44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48" y="3552"/>
                <a:ext cx="0" cy="816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799"/>
              </a:p>
            </p:txBody>
          </p:sp>
          <p:sp>
            <p:nvSpPr>
              <p:cNvPr id="180" name="Line 112">
                <a:extLst>
                  <a:ext uri="{FF2B5EF4-FFF2-40B4-BE49-F238E27FC236}">
                    <a16:creationId xmlns:a16="http://schemas.microsoft.com/office/drawing/2014/main" id="{C1F0B454-2516-D22F-4E13-8A5CD687C9C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 flipV="1">
                <a:off x="2808" y="2520"/>
                <a:ext cx="504" cy="648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799"/>
              </a:p>
            </p:txBody>
          </p:sp>
          <p:sp>
            <p:nvSpPr>
              <p:cNvPr id="181" name="Line 113">
                <a:extLst>
                  <a:ext uri="{FF2B5EF4-FFF2-40B4-BE49-F238E27FC236}">
                    <a16:creationId xmlns:a16="http://schemas.microsoft.com/office/drawing/2014/main" id="{77860BD4-ECC2-CEF5-ED97-6AD54F9E877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864" y="2496"/>
                <a:ext cx="600" cy="60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799"/>
              </a:p>
            </p:txBody>
          </p:sp>
          <p:sp>
            <p:nvSpPr>
              <p:cNvPr id="182" name="Line 114">
                <a:extLst>
                  <a:ext uri="{FF2B5EF4-FFF2-40B4-BE49-F238E27FC236}">
                    <a16:creationId xmlns:a16="http://schemas.microsoft.com/office/drawing/2014/main" id="{25837E5B-1B7E-70F9-774A-3202DE2BB81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>
                <a:off x="2760" y="3456"/>
                <a:ext cx="552" cy="696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799"/>
              </a:p>
            </p:txBody>
          </p:sp>
          <p:sp>
            <p:nvSpPr>
              <p:cNvPr id="183" name="Line 115">
                <a:extLst>
                  <a:ext uri="{FF2B5EF4-FFF2-40B4-BE49-F238E27FC236}">
                    <a16:creationId xmlns:a16="http://schemas.microsoft.com/office/drawing/2014/main" id="{7E43C860-7152-48A9-E4DE-F8284306882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64" y="3480"/>
                <a:ext cx="600" cy="60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799"/>
              </a:p>
            </p:txBody>
          </p:sp>
          <p:sp>
            <p:nvSpPr>
              <p:cNvPr id="184" name="Line 116">
                <a:extLst>
                  <a:ext uri="{FF2B5EF4-FFF2-40B4-BE49-F238E27FC236}">
                    <a16:creationId xmlns:a16="http://schemas.microsoft.com/office/drawing/2014/main" id="{2B2698E1-5438-5B6D-8A3D-E7E740B0133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44" y="3456"/>
                <a:ext cx="336" cy="864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799"/>
              </a:p>
            </p:txBody>
          </p:sp>
          <p:sp>
            <p:nvSpPr>
              <p:cNvPr id="185" name="Line 117">
                <a:extLst>
                  <a:ext uri="{FF2B5EF4-FFF2-40B4-BE49-F238E27FC236}">
                    <a16:creationId xmlns:a16="http://schemas.microsoft.com/office/drawing/2014/main" id="{D038EEAB-CC09-C229-E1D2-5D33CB77E34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>
                <a:off x="2928" y="3696"/>
                <a:ext cx="864" cy="384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799"/>
              </a:p>
            </p:txBody>
          </p:sp>
          <p:grpSp>
            <p:nvGrpSpPr>
              <p:cNvPr id="186" name="Group 118">
                <a:extLst>
                  <a:ext uri="{FF2B5EF4-FFF2-40B4-BE49-F238E27FC236}">
                    <a16:creationId xmlns:a16="http://schemas.microsoft.com/office/drawing/2014/main" id="{6606C8C4-1486-B609-9872-567A70EE6BA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120" y="2304"/>
                <a:ext cx="912" cy="864"/>
                <a:chOff x="3168" y="2352"/>
                <a:chExt cx="864" cy="864"/>
              </a:xfrm>
            </p:grpSpPr>
            <p:sp>
              <p:nvSpPr>
                <p:cNvPr id="208" name="Line 119">
                  <a:extLst>
                    <a:ext uri="{FF2B5EF4-FFF2-40B4-BE49-F238E27FC236}">
                      <a16:creationId xmlns:a16="http://schemas.microsoft.com/office/drawing/2014/main" id="{66D07546-3A8E-F7E6-9576-C45B9683106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96" y="2352"/>
                  <a:ext cx="336" cy="864"/>
                </a:xfrm>
                <a:prstGeom prst="line">
                  <a:avLst/>
                </a:prstGeom>
                <a:noFill/>
                <a:ln w="38100">
                  <a:solidFill>
                    <a:srgbClr val="FF0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1799"/>
                </a:p>
              </p:txBody>
            </p:sp>
            <p:sp>
              <p:nvSpPr>
                <p:cNvPr id="209" name="Line 120">
                  <a:extLst>
                    <a:ext uri="{FF2B5EF4-FFF2-40B4-BE49-F238E27FC236}">
                      <a16:creationId xmlns:a16="http://schemas.microsoft.com/office/drawing/2014/main" id="{DC1B1867-B688-70CC-EAAA-B1D271606E3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2928" y="2592"/>
                  <a:ext cx="864" cy="384"/>
                </a:xfrm>
                <a:prstGeom prst="line">
                  <a:avLst/>
                </a:prstGeom>
                <a:noFill/>
                <a:ln w="38100">
                  <a:solidFill>
                    <a:srgbClr val="FF0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1799"/>
                </a:p>
              </p:txBody>
            </p:sp>
          </p:grpSp>
          <p:grpSp>
            <p:nvGrpSpPr>
              <p:cNvPr id="187" name="Group 121">
                <a:extLst>
                  <a:ext uri="{FF2B5EF4-FFF2-40B4-BE49-F238E27FC236}">
                    <a16:creationId xmlns:a16="http://schemas.microsoft.com/office/drawing/2014/main" id="{EF6543E4-6B7F-D708-3E1A-3591E462C04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rot="-5400000">
                <a:off x="2568" y="2856"/>
                <a:ext cx="864" cy="912"/>
                <a:chOff x="3168" y="2352"/>
                <a:chExt cx="864" cy="864"/>
              </a:xfrm>
            </p:grpSpPr>
            <p:sp>
              <p:nvSpPr>
                <p:cNvPr id="206" name="Line 122">
                  <a:extLst>
                    <a:ext uri="{FF2B5EF4-FFF2-40B4-BE49-F238E27FC236}">
                      <a16:creationId xmlns:a16="http://schemas.microsoft.com/office/drawing/2014/main" id="{B030A5A2-4773-4E58-2910-1AD4762FA1F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96" y="2352"/>
                  <a:ext cx="336" cy="864"/>
                </a:xfrm>
                <a:prstGeom prst="line">
                  <a:avLst/>
                </a:prstGeom>
                <a:noFill/>
                <a:ln w="38100">
                  <a:solidFill>
                    <a:srgbClr val="FF0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1799"/>
                </a:p>
              </p:txBody>
            </p:sp>
            <p:sp>
              <p:nvSpPr>
                <p:cNvPr id="207" name="Line 123">
                  <a:extLst>
                    <a:ext uri="{FF2B5EF4-FFF2-40B4-BE49-F238E27FC236}">
                      <a16:creationId xmlns:a16="http://schemas.microsoft.com/office/drawing/2014/main" id="{417CE7C4-D428-DC66-2984-BD39123CC94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2928" y="2592"/>
                  <a:ext cx="864" cy="384"/>
                </a:xfrm>
                <a:prstGeom prst="line">
                  <a:avLst/>
                </a:prstGeom>
                <a:noFill/>
                <a:ln w="38100">
                  <a:solidFill>
                    <a:srgbClr val="FF0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1799"/>
                </a:p>
              </p:txBody>
            </p:sp>
          </p:grpSp>
          <p:grpSp>
            <p:nvGrpSpPr>
              <p:cNvPr id="188" name="Group 124">
                <a:extLst>
                  <a:ext uri="{FF2B5EF4-FFF2-40B4-BE49-F238E27FC236}">
                    <a16:creationId xmlns:a16="http://schemas.microsoft.com/office/drawing/2014/main" id="{1A688183-5800-F109-13C8-7A5722F20AB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rot="5400000" flipH="1">
                <a:off x="3792" y="2880"/>
                <a:ext cx="864" cy="864"/>
                <a:chOff x="3168" y="2352"/>
                <a:chExt cx="864" cy="864"/>
              </a:xfrm>
            </p:grpSpPr>
            <p:sp>
              <p:nvSpPr>
                <p:cNvPr id="204" name="Line 125">
                  <a:extLst>
                    <a:ext uri="{FF2B5EF4-FFF2-40B4-BE49-F238E27FC236}">
                      <a16:creationId xmlns:a16="http://schemas.microsoft.com/office/drawing/2014/main" id="{4F7853A9-70E2-4219-99E3-E70ADA1E233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96" y="2352"/>
                  <a:ext cx="336" cy="864"/>
                </a:xfrm>
                <a:prstGeom prst="line">
                  <a:avLst/>
                </a:prstGeom>
                <a:noFill/>
                <a:ln w="38100">
                  <a:solidFill>
                    <a:srgbClr val="FF0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1799"/>
                </a:p>
              </p:txBody>
            </p:sp>
            <p:sp>
              <p:nvSpPr>
                <p:cNvPr id="205" name="Line 126">
                  <a:extLst>
                    <a:ext uri="{FF2B5EF4-FFF2-40B4-BE49-F238E27FC236}">
                      <a16:creationId xmlns:a16="http://schemas.microsoft.com/office/drawing/2014/main" id="{CBF6FB51-88CB-D01C-041C-0725049E448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2928" y="2592"/>
                  <a:ext cx="864" cy="384"/>
                </a:xfrm>
                <a:prstGeom prst="line">
                  <a:avLst/>
                </a:prstGeom>
                <a:noFill/>
                <a:ln w="38100">
                  <a:solidFill>
                    <a:srgbClr val="FF0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1799"/>
                </a:p>
              </p:txBody>
            </p:sp>
          </p:grpSp>
          <p:sp>
            <p:nvSpPr>
              <p:cNvPr id="189" name="Line 127">
                <a:extLst>
                  <a:ext uri="{FF2B5EF4-FFF2-40B4-BE49-F238E27FC236}">
                    <a16:creationId xmlns:a16="http://schemas.microsoft.com/office/drawing/2014/main" id="{5F68507A-D924-3329-C50F-42B7A31015C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224" y="3072"/>
                <a:ext cx="528" cy="96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799"/>
              </a:p>
            </p:txBody>
          </p:sp>
          <p:sp>
            <p:nvSpPr>
              <p:cNvPr id="190" name="Line 128">
                <a:extLst>
                  <a:ext uri="{FF2B5EF4-FFF2-40B4-BE49-F238E27FC236}">
                    <a16:creationId xmlns:a16="http://schemas.microsoft.com/office/drawing/2014/main" id="{A3D5CAE3-6D01-BA40-9E3F-B0C0B9C7F6E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2496" y="3072"/>
                <a:ext cx="528" cy="96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799"/>
              </a:p>
            </p:txBody>
          </p:sp>
          <p:sp>
            <p:nvSpPr>
              <p:cNvPr id="191" name="Line 129">
                <a:extLst>
                  <a:ext uri="{FF2B5EF4-FFF2-40B4-BE49-F238E27FC236}">
                    <a16:creationId xmlns:a16="http://schemas.microsoft.com/office/drawing/2014/main" id="{1EA15D88-40A0-62F1-CC54-5E3162AA773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128" y="2688"/>
                <a:ext cx="432" cy="288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799"/>
              </a:p>
            </p:txBody>
          </p:sp>
          <p:sp>
            <p:nvSpPr>
              <p:cNvPr id="192" name="Line 130">
                <a:extLst>
                  <a:ext uri="{FF2B5EF4-FFF2-40B4-BE49-F238E27FC236}">
                    <a16:creationId xmlns:a16="http://schemas.microsoft.com/office/drawing/2014/main" id="{A182EEC4-BF3B-B96F-3A3D-59B0CF10794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2592" y="2736"/>
                <a:ext cx="480" cy="24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799"/>
              </a:p>
            </p:txBody>
          </p:sp>
          <p:sp>
            <p:nvSpPr>
              <p:cNvPr id="193" name="Line 131">
                <a:extLst>
                  <a:ext uri="{FF2B5EF4-FFF2-40B4-BE49-F238E27FC236}">
                    <a16:creationId xmlns:a16="http://schemas.microsoft.com/office/drawing/2014/main" id="{9910D440-6665-D57E-3873-503F8C05DC9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984" y="2400"/>
                <a:ext cx="288" cy="384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799"/>
              </a:p>
            </p:txBody>
          </p:sp>
          <p:sp>
            <p:nvSpPr>
              <p:cNvPr id="194" name="Line 132">
                <a:extLst>
                  <a:ext uri="{FF2B5EF4-FFF2-40B4-BE49-F238E27FC236}">
                    <a16:creationId xmlns:a16="http://schemas.microsoft.com/office/drawing/2014/main" id="{E5CFCDD6-EF59-084D-3D8C-AD9AA98188E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2928" y="2400"/>
                <a:ext cx="288" cy="384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799"/>
              </a:p>
            </p:txBody>
          </p:sp>
          <p:sp>
            <p:nvSpPr>
              <p:cNvPr id="195" name="Line 133">
                <a:extLst>
                  <a:ext uri="{FF2B5EF4-FFF2-40B4-BE49-F238E27FC236}">
                    <a16:creationId xmlns:a16="http://schemas.microsoft.com/office/drawing/2014/main" id="{0DF146B5-559F-2BD3-58CE-A6DDD686E6A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744" y="2256"/>
                <a:ext cx="96" cy="432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799"/>
              </a:p>
            </p:txBody>
          </p:sp>
          <p:sp>
            <p:nvSpPr>
              <p:cNvPr id="196" name="Line 134">
                <a:extLst>
                  <a:ext uri="{FF2B5EF4-FFF2-40B4-BE49-F238E27FC236}">
                    <a16:creationId xmlns:a16="http://schemas.microsoft.com/office/drawing/2014/main" id="{57AC1C82-8BFB-27EB-7A3C-E62CF8EDA8E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360" y="2256"/>
                <a:ext cx="96" cy="432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799"/>
              </a:p>
            </p:txBody>
          </p:sp>
          <p:sp>
            <p:nvSpPr>
              <p:cNvPr id="197" name="Line 135">
                <a:extLst>
                  <a:ext uri="{FF2B5EF4-FFF2-40B4-BE49-F238E27FC236}">
                    <a16:creationId xmlns:a16="http://schemas.microsoft.com/office/drawing/2014/main" id="{056731C8-844E-63D7-8248-9AA924123F9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496" y="3408"/>
                <a:ext cx="480" cy="96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799"/>
              </a:p>
            </p:txBody>
          </p:sp>
          <p:sp>
            <p:nvSpPr>
              <p:cNvPr id="198" name="Line 136">
                <a:extLst>
                  <a:ext uri="{FF2B5EF4-FFF2-40B4-BE49-F238E27FC236}">
                    <a16:creationId xmlns:a16="http://schemas.microsoft.com/office/drawing/2014/main" id="{DF7AC812-7FD0-E4B8-89CC-2514B2E2770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24" y="3408"/>
                <a:ext cx="480" cy="96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799"/>
              </a:p>
            </p:txBody>
          </p:sp>
          <p:sp>
            <p:nvSpPr>
              <p:cNvPr id="199" name="Line 137">
                <a:extLst>
                  <a:ext uri="{FF2B5EF4-FFF2-40B4-BE49-F238E27FC236}">
                    <a16:creationId xmlns:a16="http://schemas.microsoft.com/office/drawing/2014/main" id="{267F5569-55D2-5A64-7464-00A4F6068CA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640" y="3648"/>
                <a:ext cx="432" cy="24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799"/>
              </a:p>
            </p:txBody>
          </p:sp>
          <p:sp>
            <p:nvSpPr>
              <p:cNvPr id="200" name="Line 138">
                <a:extLst>
                  <a:ext uri="{FF2B5EF4-FFF2-40B4-BE49-F238E27FC236}">
                    <a16:creationId xmlns:a16="http://schemas.microsoft.com/office/drawing/2014/main" id="{452B1EC5-2A78-EC90-EAC4-782AA63346D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76" y="3648"/>
                <a:ext cx="384" cy="24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799"/>
              </a:p>
            </p:txBody>
          </p:sp>
          <p:sp>
            <p:nvSpPr>
              <p:cNvPr id="201" name="Line 139">
                <a:extLst>
                  <a:ext uri="{FF2B5EF4-FFF2-40B4-BE49-F238E27FC236}">
                    <a16:creationId xmlns:a16="http://schemas.microsoft.com/office/drawing/2014/main" id="{A61833FE-50DB-36BD-B7A6-A88ADE93596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928" y="3792"/>
                <a:ext cx="288" cy="432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799"/>
              </a:p>
            </p:txBody>
          </p:sp>
          <p:sp>
            <p:nvSpPr>
              <p:cNvPr id="202" name="Line 140">
                <a:extLst>
                  <a:ext uri="{FF2B5EF4-FFF2-40B4-BE49-F238E27FC236}">
                    <a16:creationId xmlns:a16="http://schemas.microsoft.com/office/drawing/2014/main" id="{F55CC746-7F82-DA71-E740-45170533D64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84" y="3792"/>
                <a:ext cx="336" cy="432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799"/>
              </a:p>
            </p:txBody>
          </p:sp>
          <p:sp>
            <p:nvSpPr>
              <p:cNvPr id="203" name="Line 141">
                <a:extLst>
                  <a:ext uri="{FF2B5EF4-FFF2-40B4-BE49-F238E27FC236}">
                    <a16:creationId xmlns:a16="http://schemas.microsoft.com/office/drawing/2014/main" id="{393AA191-FDAD-6D49-ECA5-FBA09493C0D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408" y="3936"/>
                <a:ext cx="144" cy="432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799"/>
              </a:p>
            </p:txBody>
          </p:sp>
        </p:grpSp>
      </p:grpSp>
      <p:sp>
        <p:nvSpPr>
          <p:cNvPr id="210" name="Oval 142">
            <a:extLst>
              <a:ext uri="{FF2B5EF4-FFF2-40B4-BE49-F238E27FC236}">
                <a16:creationId xmlns:a16="http://schemas.microsoft.com/office/drawing/2014/main" id="{5F5582D5-6904-EC07-F860-F2A677CF52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83148" y="1766158"/>
            <a:ext cx="1656327" cy="1242245"/>
          </a:xfrm>
          <a:prstGeom prst="ellipse">
            <a:avLst/>
          </a:prstGeom>
          <a:gradFill rotWithShape="0">
            <a:gsLst>
              <a:gs pos="0">
                <a:srgbClr val="FFFF00"/>
              </a:gs>
              <a:gs pos="100000">
                <a:srgbClr val="A9A900"/>
              </a:gs>
            </a:gsLst>
            <a:path path="shape">
              <a:fillToRect l="50000" t="50000" r="50000" b="50000"/>
            </a:path>
          </a:gradFill>
          <a:ln w="38100">
            <a:solidFill>
              <a:srgbClr val="66FF33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 sz="1799"/>
          </a:p>
        </p:txBody>
      </p:sp>
    </p:spTree>
    <p:extLst>
      <p:ext uri="{BB962C8B-B14F-4D97-AF65-F5344CB8AC3E}">
        <p14:creationId xmlns:p14="http://schemas.microsoft.com/office/powerpoint/2010/main" val="2577506714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6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utoUpdateAnimBg="0"/>
      <p:bldP spid="108" grpId="0" autoUpdateAnimBg="0"/>
      <p:bldP spid="210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Box 34">
            <a:extLst>
              <a:ext uri="{FF2B5EF4-FFF2-40B4-BE49-F238E27FC236}">
                <a16:creationId xmlns:a16="http://schemas.microsoft.com/office/drawing/2014/main" id="{295F35C4-D5B7-B0DA-671F-3459D18EA499}"/>
              </a:ext>
            </a:extLst>
          </p:cNvPr>
          <p:cNvSpPr txBox="1"/>
          <p:nvPr/>
        </p:nvSpPr>
        <p:spPr>
          <a:xfrm>
            <a:off x="1234359" y="33448"/>
            <a:ext cx="4425201" cy="46134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sz="2398" b="1" dirty="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高斯定理的应用</a:t>
            </a:r>
            <a:endParaRPr lang="zh-CN" altLang="en-US" sz="2398" b="1" dirty="0">
              <a:solidFill>
                <a:srgbClr val="CC0000"/>
              </a:solidFill>
              <a:latin typeface="宋体" panose="02010600030101010101" pitchFamily="2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75EB2B1-4471-22AB-27CC-BD31363C1899}"/>
              </a:ext>
            </a:extLst>
          </p:cNvPr>
          <p:cNvSpPr/>
          <p:nvPr/>
        </p:nvSpPr>
        <p:spPr>
          <a:xfrm>
            <a:off x="2822" y="542492"/>
            <a:ext cx="9138356" cy="90794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2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8479B90-7223-3B00-0070-0F00CF710EA9}"/>
              </a:ext>
            </a:extLst>
          </p:cNvPr>
          <p:cNvSpPr/>
          <p:nvPr/>
        </p:nvSpPr>
        <p:spPr>
          <a:xfrm flipV="1">
            <a:off x="8770" y="448474"/>
            <a:ext cx="9131296" cy="52969"/>
          </a:xfrm>
          <a:prstGeom prst="rect">
            <a:avLst/>
          </a:prstGeom>
          <a:solidFill>
            <a:srgbClr val="A86E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2" dirty="0"/>
          </a:p>
        </p:txBody>
      </p:sp>
      <p:graphicFrame>
        <p:nvGraphicFramePr>
          <p:cNvPr id="3" name="Object 1048">
            <a:extLst>
              <a:ext uri="{FF2B5EF4-FFF2-40B4-BE49-F238E27FC236}">
                <a16:creationId xmlns:a16="http://schemas.microsoft.com/office/drawing/2014/main" id="{D55A4989-4357-2790-B32A-1E4672F46DD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36720008"/>
              </p:ext>
            </p:extLst>
          </p:nvPr>
        </p:nvGraphicFramePr>
        <p:xfrm>
          <a:off x="4069660" y="3939901"/>
          <a:ext cx="2086516" cy="40826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69" name="Equation" r:id="rId5" imgW="901440" imgH="228600" progId="Equation.DSMT4">
                  <p:embed/>
                </p:oleObj>
              </mc:Choice>
              <mc:Fallback>
                <p:oleObj name="Equation" r:id="rId5" imgW="901440" imgH="228600" progId="Equation.DSMT4">
                  <p:embed/>
                  <p:pic>
                    <p:nvPicPr>
                      <p:cNvPr id="103448" name="Object 10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69660" y="3939901"/>
                        <a:ext cx="2086516" cy="40826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1049">
            <a:extLst>
              <a:ext uri="{FF2B5EF4-FFF2-40B4-BE49-F238E27FC236}">
                <a16:creationId xmlns:a16="http://schemas.microsoft.com/office/drawing/2014/main" id="{21FD7601-C004-8335-BE2A-37B00AF5AF3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20275433"/>
              </p:ext>
            </p:extLst>
          </p:nvPr>
        </p:nvGraphicFramePr>
        <p:xfrm>
          <a:off x="6732240" y="3807174"/>
          <a:ext cx="1440160" cy="5647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70" name="Equation" r:id="rId7" imgW="838080" imgH="431640" progId="Equation.DSMT4">
                  <p:embed/>
                </p:oleObj>
              </mc:Choice>
              <mc:Fallback>
                <p:oleObj name="Equation" r:id="rId7" imgW="838080" imgH="431640" progId="Equation.DSMT4">
                  <p:embed/>
                  <p:pic>
                    <p:nvPicPr>
                      <p:cNvPr id="103449" name="Object 104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32240" y="3807174"/>
                        <a:ext cx="1440160" cy="56477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Box 5">
            <a:extLst>
              <a:ext uri="{FF2B5EF4-FFF2-40B4-BE49-F238E27FC236}">
                <a16:creationId xmlns:a16="http://schemas.microsoft.com/office/drawing/2014/main" id="{60813447-883D-29C9-CA60-65927B0B74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4276725"/>
            <a:ext cx="83820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itchFamily="18" charset="0"/>
                <a:ea typeface="华文中宋" pitchFamily="2" charset="-12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itchFamily="18" charset="0"/>
                <a:ea typeface="华文中宋" pitchFamily="2" charset="-12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itchFamily="18" charset="0"/>
                <a:ea typeface="华文中宋" pitchFamily="2" charset="-12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itchFamily="18" charset="0"/>
                <a:ea typeface="华文中宋" pitchFamily="2" charset="-12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itchFamily="18" charset="0"/>
                <a:ea typeface="华文中宋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itchFamily="18" charset="0"/>
                <a:ea typeface="华文中宋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itchFamily="18" charset="0"/>
                <a:ea typeface="华文中宋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itchFamily="18" charset="0"/>
                <a:ea typeface="华文中宋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itchFamily="18" charset="0"/>
                <a:ea typeface="华文中宋" pitchFamily="2" charset="-122"/>
              </a:defRPr>
            </a:lvl9pPr>
          </a:lstStyle>
          <a:p>
            <a:pPr eaLnBrk="1" hangingPunct="1"/>
            <a:r>
              <a:rPr lang="en-US" altLang="zh-CN" sz="1800" b="1" dirty="0">
                <a:latin typeface="华文中宋" pitchFamily="2" charset="-122"/>
              </a:rPr>
              <a:t>      </a:t>
            </a:r>
            <a:r>
              <a:rPr lang="zh-CN" altLang="en-US" sz="1800" b="1" dirty="0">
                <a:latin typeface="华文中宋" pitchFamily="2" charset="-122"/>
              </a:rPr>
              <a:t>可见，无限长均匀带电圆柱面外各点的场，等同于将全部电荷集中在轴线上的无限长直带电线的场。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B5D3A6A-9B37-05E2-9C3D-792BB4D80C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48064" y="817424"/>
            <a:ext cx="3767336" cy="17543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just"/>
            <a:r>
              <a:rPr lang="en-US" altLang="zh-CN" sz="1800" b="1" dirty="0">
                <a:latin typeface="华文中宋" pitchFamily="2" charset="-122"/>
              </a:rPr>
              <a:t>      </a:t>
            </a:r>
            <a:r>
              <a:rPr lang="zh-CN" altLang="en-US" sz="1800" b="1" dirty="0">
                <a:latin typeface="华文中宋" pitchFamily="2" charset="-122"/>
              </a:rPr>
              <a:t>设</a:t>
            </a:r>
            <a:r>
              <a:rPr lang="en-US" altLang="zh-CN" sz="1800" b="1" dirty="0">
                <a:latin typeface="华文中宋" pitchFamily="2" charset="-122"/>
              </a:rPr>
              <a:t>P</a:t>
            </a:r>
            <a:r>
              <a:rPr lang="zh-CN" altLang="en-US" sz="1800" b="1" dirty="0">
                <a:latin typeface="华文中宋" pitchFamily="2" charset="-122"/>
              </a:rPr>
              <a:t>为柱面外之一点，过</a:t>
            </a:r>
            <a:r>
              <a:rPr lang="en-US" altLang="zh-CN" sz="1800" b="1" dirty="0">
                <a:latin typeface="华文中宋" pitchFamily="2" charset="-122"/>
              </a:rPr>
              <a:t>P</a:t>
            </a:r>
            <a:r>
              <a:rPr lang="zh-CN" altLang="en-US" sz="1800" b="1" dirty="0">
                <a:latin typeface="华文中宋" pitchFamily="2" charset="-122"/>
              </a:rPr>
              <a:t>作与带电柱面同轴的柱形高斯面，则高斯面的侧面</a:t>
            </a:r>
            <a:r>
              <a:rPr lang="zh-CN" altLang="en-US" sz="1800" b="1" dirty="0">
                <a:latin typeface="华文中宋" pitchFamily="2" charset="-122"/>
                <a:sym typeface="Symbol" pitchFamily="18" charset="2"/>
              </a:rPr>
              <a:t>Ｓ</a:t>
            </a:r>
            <a:r>
              <a:rPr lang="zh-CN" altLang="en-US" sz="1800" b="1" baseline="-25000" dirty="0">
                <a:latin typeface="华文中宋" pitchFamily="2" charset="-122"/>
                <a:sym typeface="Symbol" pitchFamily="18" charset="2"/>
              </a:rPr>
              <a:t>２</a:t>
            </a:r>
            <a:r>
              <a:rPr lang="zh-CN" altLang="en-US" sz="1800" b="1" dirty="0">
                <a:latin typeface="华文中宋" pitchFamily="2" charset="-122"/>
              </a:rPr>
              <a:t>上的各点</a:t>
            </a:r>
            <a:r>
              <a:rPr lang="en-US" altLang="zh-CN" sz="1800" b="1" dirty="0">
                <a:latin typeface="华文中宋" pitchFamily="2" charset="-122"/>
              </a:rPr>
              <a:t>E</a:t>
            </a:r>
            <a:r>
              <a:rPr lang="zh-CN" altLang="en-US" sz="1800" b="1" dirty="0">
                <a:latin typeface="华文中宋" pitchFamily="2" charset="-122"/>
              </a:rPr>
              <a:t>值相同，而上、下两底Ｅ的的方向与</a:t>
            </a:r>
            <a:r>
              <a:rPr lang="zh-CN" altLang="en-US" sz="1800" b="1" dirty="0">
                <a:latin typeface="华文中宋" pitchFamily="2" charset="-122"/>
                <a:sym typeface="Symbol" pitchFamily="18" charset="2"/>
              </a:rPr>
              <a:t>Ｓ</a:t>
            </a:r>
            <a:r>
              <a:rPr lang="zh-CN" altLang="en-US" sz="1800" b="1" baseline="-25000" dirty="0">
                <a:latin typeface="华文中宋" pitchFamily="2" charset="-122"/>
                <a:sym typeface="Symbol" pitchFamily="18" charset="2"/>
              </a:rPr>
              <a:t>１</a:t>
            </a:r>
            <a:r>
              <a:rPr lang="zh-CN" altLang="en-US" sz="1800" b="1" dirty="0">
                <a:latin typeface="华文中宋" pitchFamily="2" charset="-122"/>
                <a:sym typeface="Symbol" pitchFamily="18" charset="2"/>
              </a:rPr>
              <a:t>、Ｓ</a:t>
            </a:r>
            <a:r>
              <a:rPr lang="zh-CN" altLang="en-US" sz="1800" b="1" baseline="-25000" dirty="0">
                <a:latin typeface="华文中宋" pitchFamily="2" charset="-122"/>
                <a:sym typeface="Symbol" pitchFamily="18" charset="2"/>
              </a:rPr>
              <a:t>３</a:t>
            </a:r>
            <a:r>
              <a:rPr lang="zh-CN" altLang="en-US" sz="1800" b="1" dirty="0">
                <a:latin typeface="华文中宋" pitchFamily="2" charset="-122"/>
              </a:rPr>
              <a:t>的法线方向垂直，所以通过该高斯面的电通量：</a:t>
            </a:r>
          </a:p>
        </p:txBody>
      </p:sp>
      <p:graphicFrame>
        <p:nvGraphicFramePr>
          <p:cNvPr id="8" name="Object 1050">
            <a:extLst>
              <a:ext uri="{FF2B5EF4-FFF2-40B4-BE49-F238E27FC236}">
                <a16:creationId xmlns:a16="http://schemas.microsoft.com/office/drawing/2014/main" id="{A7E58145-144C-237D-942A-6AB73500CF7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453063" y="3052763"/>
          <a:ext cx="1998662" cy="6941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71" name="公式" r:id="rId9" imgW="685800" imgH="317160" progId="Equation.3">
                  <p:embed/>
                </p:oleObj>
              </mc:Choice>
              <mc:Fallback>
                <p:oleObj name="公式" r:id="rId9" imgW="685800" imgH="317160" progId="Equation.3">
                  <p:embed/>
                  <p:pic>
                    <p:nvPicPr>
                      <p:cNvPr id="103450" name="Object 105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53063" y="3052763"/>
                        <a:ext cx="1998662" cy="69413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10">
            <a:extLst>
              <a:ext uri="{FF2B5EF4-FFF2-40B4-BE49-F238E27FC236}">
                <a16:creationId xmlns:a16="http://schemas.microsoft.com/office/drawing/2014/main" id="{B1E54D4F-FE19-5017-CEDF-21CE39BD65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8418" y="881807"/>
            <a:ext cx="4330701" cy="2986087"/>
          </a:xfrm>
          <a:prstGeom prst="rect">
            <a:avLst/>
          </a:prstGeom>
          <a:gradFill rotWithShape="0">
            <a:gsLst>
              <a:gs pos="0">
                <a:srgbClr val="000000"/>
              </a:gs>
              <a:gs pos="50000">
                <a:srgbClr val="CC66FF"/>
              </a:gs>
              <a:gs pos="100000">
                <a:srgbClr val="000000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" name="Oval 11">
            <a:extLst>
              <a:ext uri="{FF2B5EF4-FFF2-40B4-BE49-F238E27FC236}">
                <a16:creationId xmlns:a16="http://schemas.microsoft.com/office/drawing/2014/main" id="{7693A3AA-D77F-A0A5-2012-5596E2709A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37618" y="1976467"/>
            <a:ext cx="1693529" cy="348377"/>
          </a:xfrm>
          <a:prstGeom prst="ellips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1" name="Group 12">
            <a:extLst>
              <a:ext uri="{FF2B5EF4-FFF2-40B4-BE49-F238E27FC236}">
                <a16:creationId xmlns:a16="http://schemas.microsoft.com/office/drawing/2014/main" id="{3E73B770-C449-6788-F880-C96BB11475DD}"/>
              </a:ext>
            </a:extLst>
          </p:cNvPr>
          <p:cNvGrpSpPr>
            <a:grpSpLocks/>
          </p:cNvGrpSpPr>
          <p:nvPr/>
        </p:nvGrpSpPr>
        <p:grpSpPr bwMode="auto">
          <a:xfrm>
            <a:off x="1210581" y="1716252"/>
            <a:ext cx="2484828" cy="1050315"/>
            <a:chOff x="3408" y="1776"/>
            <a:chExt cx="1680" cy="1013"/>
          </a:xfrm>
        </p:grpSpPr>
        <p:sp>
          <p:nvSpPr>
            <p:cNvPr id="12" name="Oval 13">
              <a:extLst>
                <a:ext uri="{FF2B5EF4-FFF2-40B4-BE49-F238E27FC236}">
                  <a16:creationId xmlns:a16="http://schemas.microsoft.com/office/drawing/2014/main" id="{78DED473-5DAB-722F-FDCC-EA9640E642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2" y="1776"/>
              <a:ext cx="1676" cy="433"/>
            </a:xfrm>
            <a:prstGeom prst="ellipse">
              <a:avLst/>
            </a:prstGeom>
            <a:solidFill>
              <a:srgbClr val="FFCC99">
                <a:alpha val="50195"/>
              </a:srgbClr>
            </a:solidFill>
            <a:ln w="9525">
              <a:solidFill>
                <a:srgbClr val="000000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" name="Oval 14">
              <a:extLst>
                <a:ext uri="{FF2B5EF4-FFF2-40B4-BE49-F238E27FC236}">
                  <a16:creationId xmlns:a16="http://schemas.microsoft.com/office/drawing/2014/main" id="{5A2B6BD4-4D14-E1B5-E705-4A830BA487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08" y="2304"/>
              <a:ext cx="1676" cy="485"/>
            </a:xfrm>
            <a:prstGeom prst="ellipse">
              <a:avLst/>
            </a:prstGeom>
            <a:solidFill>
              <a:srgbClr val="FFCC99">
                <a:alpha val="50195"/>
              </a:srgbClr>
            </a:solidFill>
            <a:ln w="9525">
              <a:solidFill>
                <a:srgbClr val="000000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4" name="Group 15">
              <a:extLst>
                <a:ext uri="{FF2B5EF4-FFF2-40B4-BE49-F238E27FC236}">
                  <a16:creationId xmlns:a16="http://schemas.microsoft.com/office/drawing/2014/main" id="{248D55C0-6421-F456-DC45-75323543CA0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08" y="2016"/>
              <a:ext cx="1676" cy="540"/>
              <a:chOff x="711" y="3120"/>
              <a:chExt cx="1353" cy="540"/>
            </a:xfrm>
          </p:grpSpPr>
          <p:sp>
            <p:nvSpPr>
              <p:cNvPr id="15" name="Line 16">
                <a:extLst>
                  <a:ext uri="{FF2B5EF4-FFF2-40B4-BE49-F238E27FC236}">
                    <a16:creationId xmlns:a16="http://schemas.microsoft.com/office/drawing/2014/main" id="{7E9573AF-C5CF-BE3D-646E-72792525739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64" y="3120"/>
                <a:ext cx="0" cy="528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" name="Line 17">
                <a:extLst>
                  <a:ext uri="{FF2B5EF4-FFF2-40B4-BE49-F238E27FC236}">
                    <a16:creationId xmlns:a16="http://schemas.microsoft.com/office/drawing/2014/main" id="{BFDD80F8-26A7-ECEF-AEBD-4C8D95CD018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11" y="3132"/>
                <a:ext cx="0" cy="528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pSp>
        <p:nvGrpSpPr>
          <p:cNvPr id="17" name="Group 18">
            <a:extLst>
              <a:ext uri="{FF2B5EF4-FFF2-40B4-BE49-F238E27FC236}">
                <a16:creationId xmlns:a16="http://schemas.microsoft.com/office/drawing/2014/main" id="{2CE8A770-CEFE-D7A2-08AB-F9CC1013EF3F}"/>
              </a:ext>
            </a:extLst>
          </p:cNvPr>
          <p:cNvGrpSpPr>
            <a:grpSpLocks/>
          </p:cNvGrpSpPr>
          <p:nvPr/>
        </p:nvGrpSpPr>
        <p:grpSpPr bwMode="auto">
          <a:xfrm>
            <a:off x="1637620" y="923733"/>
            <a:ext cx="1706840" cy="2883441"/>
            <a:chOff x="912" y="288"/>
            <a:chExt cx="1154" cy="2781"/>
          </a:xfrm>
        </p:grpSpPr>
        <p:sp>
          <p:nvSpPr>
            <p:cNvPr id="18" name="Freeform 19">
              <a:extLst>
                <a:ext uri="{FF2B5EF4-FFF2-40B4-BE49-F238E27FC236}">
                  <a16:creationId xmlns:a16="http://schemas.microsoft.com/office/drawing/2014/main" id="{EA113A19-689A-F859-2B80-6EFAB165B6D9}"/>
                </a:ext>
              </a:extLst>
            </p:cNvPr>
            <p:cNvSpPr>
              <a:spLocks/>
            </p:cNvSpPr>
            <p:nvPr/>
          </p:nvSpPr>
          <p:spPr bwMode="auto">
            <a:xfrm>
              <a:off x="913" y="804"/>
              <a:ext cx="1145" cy="1924"/>
            </a:xfrm>
            <a:custGeom>
              <a:avLst/>
              <a:gdLst>
                <a:gd name="T0" fmla="*/ 0 w 1145"/>
                <a:gd name="T1" fmla="*/ 0 h 1924"/>
                <a:gd name="T2" fmla="*/ 0 w 1145"/>
                <a:gd name="T3" fmla="*/ 1807 h 1924"/>
                <a:gd name="T4" fmla="*/ 85 w 1145"/>
                <a:gd name="T5" fmla="*/ 1856 h 1924"/>
                <a:gd name="T6" fmla="*/ 206 w 1145"/>
                <a:gd name="T7" fmla="*/ 1899 h 1924"/>
                <a:gd name="T8" fmla="*/ 458 w 1145"/>
                <a:gd name="T9" fmla="*/ 1924 h 1924"/>
                <a:gd name="T10" fmla="*/ 798 w 1145"/>
                <a:gd name="T11" fmla="*/ 1924 h 1924"/>
                <a:gd name="T12" fmla="*/ 980 w 1145"/>
                <a:gd name="T13" fmla="*/ 1882 h 1924"/>
                <a:gd name="T14" fmla="*/ 1048 w 1145"/>
                <a:gd name="T15" fmla="*/ 1848 h 1924"/>
                <a:gd name="T16" fmla="*/ 1145 w 1145"/>
                <a:gd name="T17" fmla="*/ 1807 h 1924"/>
                <a:gd name="T18" fmla="*/ 1145 w 1145"/>
                <a:gd name="T19" fmla="*/ 0 h 1924"/>
                <a:gd name="T20" fmla="*/ 0 w 1145"/>
                <a:gd name="T21" fmla="*/ 0 h 1924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1145"/>
                <a:gd name="T34" fmla="*/ 0 h 1924"/>
                <a:gd name="T35" fmla="*/ 1145 w 1145"/>
                <a:gd name="T36" fmla="*/ 1924 h 1924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1145" h="1924">
                  <a:moveTo>
                    <a:pt x="0" y="0"/>
                  </a:moveTo>
                  <a:lnTo>
                    <a:pt x="0" y="1807"/>
                  </a:lnTo>
                  <a:lnTo>
                    <a:pt x="85" y="1856"/>
                  </a:lnTo>
                  <a:lnTo>
                    <a:pt x="206" y="1899"/>
                  </a:lnTo>
                  <a:lnTo>
                    <a:pt x="458" y="1924"/>
                  </a:lnTo>
                  <a:lnTo>
                    <a:pt x="798" y="1924"/>
                  </a:lnTo>
                  <a:lnTo>
                    <a:pt x="980" y="1882"/>
                  </a:lnTo>
                  <a:lnTo>
                    <a:pt x="1048" y="1848"/>
                  </a:lnTo>
                  <a:lnTo>
                    <a:pt x="1145" y="1807"/>
                  </a:lnTo>
                  <a:lnTo>
                    <a:pt x="1145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765E76"/>
                </a:gs>
                <a:gs pos="50000">
                  <a:srgbClr val="FFCCFF"/>
                </a:gs>
                <a:gs pos="100000">
                  <a:srgbClr val="765E76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" name="Oval 20">
              <a:extLst>
                <a:ext uri="{FF2B5EF4-FFF2-40B4-BE49-F238E27FC236}">
                  <a16:creationId xmlns:a16="http://schemas.microsoft.com/office/drawing/2014/main" id="{AAA1DDBD-54A8-9F09-CA31-68A5E6025B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8" y="612"/>
              <a:ext cx="1135" cy="350"/>
            </a:xfrm>
            <a:prstGeom prst="ellipse">
              <a:avLst/>
            </a:prstGeom>
            <a:solidFill>
              <a:srgbClr val="9999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" name="Oval 21">
              <a:extLst>
                <a:ext uri="{FF2B5EF4-FFF2-40B4-BE49-F238E27FC236}">
                  <a16:creationId xmlns:a16="http://schemas.microsoft.com/office/drawing/2014/main" id="{DB9DA454-1A85-513D-17CF-F500C3EE73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2" y="2397"/>
              <a:ext cx="1154" cy="336"/>
            </a:xfrm>
            <a:prstGeom prst="ellipse">
              <a:avLst/>
            </a:prstGeom>
            <a:solidFill>
              <a:schemeClr val="hlink">
                <a:alpha val="50195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30" name="Group 22">
              <a:extLst>
                <a:ext uri="{FF2B5EF4-FFF2-40B4-BE49-F238E27FC236}">
                  <a16:creationId xmlns:a16="http://schemas.microsoft.com/office/drawing/2014/main" id="{51D1C17B-4C01-9CB5-531C-4A38931E767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88" y="288"/>
              <a:ext cx="3" cy="2781"/>
              <a:chOff x="1554" y="387"/>
              <a:chExt cx="3" cy="2781"/>
            </a:xfrm>
          </p:grpSpPr>
          <p:sp>
            <p:nvSpPr>
              <p:cNvPr id="31" name="Line 23">
                <a:extLst>
                  <a:ext uri="{FF2B5EF4-FFF2-40B4-BE49-F238E27FC236}">
                    <a16:creationId xmlns:a16="http://schemas.microsoft.com/office/drawing/2014/main" id="{DDE84713-2377-E88A-AD1E-AA5829BEE73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56" y="585"/>
                <a:ext cx="0" cy="2583"/>
              </a:xfrm>
              <a:prstGeom prst="line">
                <a:avLst/>
              </a:prstGeom>
              <a:noFill/>
              <a:ln w="76200">
                <a:solidFill>
                  <a:srgbClr val="0000FF"/>
                </a:solidFill>
                <a:prstDash val="dash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" name="Line 24">
                <a:extLst>
                  <a:ext uri="{FF2B5EF4-FFF2-40B4-BE49-F238E27FC236}">
                    <a16:creationId xmlns:a16="http://schemas.microsoft.com/office/drawing/2014/main" id="{46EC9227-EE94-4D49-E031-CAD5C7BAD05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54" y="387"/>
                <a:ext cx="0" cy="480"/>
              </a:xfrm>
              <a:prstGeom prst="line">
                <a:avLst/>
              </a:prstGeom>
              <a:noFill/>
              <a:ln w="76200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2" name="Line 25">
                <a:extLst>
                  <a:ext uri="{FF2B5EF4-FFF2-40B4-BE49-F238E27FC236}">
                    <a16:creationId xmlns:a16="http://schemas.microsoft.com/office/drawing/2014/main" id="{6AC4C79D-4A1D-3472-5709-A2742A7EAD2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57" y="2832"/>
                <a:ext cx="0" cy="336"/>
              </a:xfrm>
              <a:prstGeom prst="line">
                <a:avLst/>
              </a:prstGeom>
              <a:noFill/>
              <a:ln w="76200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sp>
        <p:nvSpPr>
          <p:cNvPr id="43" name="Oval 26">
            <a:extLst>
              <a:ext uri="{FF2B5EF4-FFF2-40B4-BE49-F238E27FC236}">
                <a16:creationId xmlns:a16="http://schemas.microsoft.com/office/drawing/2014/main" id="{35AE479C-10AE-0D56-A011-31833B870C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0106" y="1627055"/>
            <a:ext cx="2478912" cy="448950"/>
          </a:xfrm>
          <a:prstGeom prst="ellipse">
            <a:avLst/>
          </a:prstGeom>
          <a:solidFill>
            <a:srgbClr val="FFCC99">
              <a:alpha val="50195"/>
            </a:srgbClr>
          </a:solidFill>
          <a:ln w="9525">
            <a:solidFill>
              <a:srgbClr val="000000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" name="Freeform 27">
            <a:extLst>
              <a:ext uri="{FF2B5EF4-FFF2-40B4-BE49-F238E27FC236}">
                <a16:creationId xmlns:a16="http://schemas.microsoft.com/office/drawing/2014/main" id="{E355C5F3-828D-974D-FA0C-98A3C224603D}"/>
              </a:ext>
            </a:extLst>
          </p:cNvPr>
          <p:cNvSpPr>
            <a:spLocks/>
          </p:cNvSpPr>
          <p:nvPr/>
        </p:nvSpPr>
        <p:spPr bwMode="auto">
          <a:xfrm>
            <a:off x="1208993" y="1982953"/>
            <a:ext cx="2496661" cy="801474"/>
          </a:xfrm>
          <a:custGeom>
            <a:avLst/>
            <a:gdLst>
              <a:gd name="T0" fmla="*/ 3 w 1688"/>
              <a:gd name="T1" fmla="*/ 8 h 773"/>
              <a:gd name="T2" fmla="*/ 258 w 1688"/>
              <a:gd name="T3" fmla="*/ 119 h 773"/>
              <a:gd name="T4" fmla="*/ 542 w 1688"/>
              <a:gd name="T5" fmla="*/ 162 h 773"/>
              <a:gd name="T6" fmla="*/ 885 w 1688"/>
              <a:gd name="T7" fmla="*/ 188 h 773"/>
              <a:gd name="T8" fmla="*/ 1023 w 1688"/>
              <a:gd name="T9" fmla="*/ 188 h 773"/>
              <a:gd name="T10" fmla="*/ 1075 w 1688"/>
              <a:gd name="T11" fmla="*/ 171 h 773"/>
              <a:gd name="T12" fmla="*/ 1135 w 1688"/>
              <a:gd name="T13" fmla="*/ 171 h 773"/>
              <a:gd name="T14" fmla="*/ 1247 w 1688"/>
              <a:gd name="T15" fmla="*/ 154 h 773"/>
              <a:gd name="T16" fmla="*/ 1465 w 1688"/>
              <a:gd name="T17" fmla="*/ 101 h 773"/>
              <a:gd name="T18" fmla="*/ 1679 w 1688"/>
              <a:gd name="T19" fmla="*/ 0 h 773"/>
              <a:gd name="T20" fmla="*/ 1688 w 1688"/>
              <a:gd name="T21" fmla="*/ 129 h 773"/>
              <a:gd name="T22" fmla="*/ 1688 w 1688"/>
              <a:gd name="T23" fmla="*/ 370 h 773"/>
              <a:gd name="T24" fmla="*/ 1671 w 1688"/>
              <a:gd name="T25" fmla="*/ 499 h 773"/>
              <a:gd name="T26" fmla="*/ 1662 w 1688"/>
              <a:gd name="T27" fmla="*/ 542 h 773"/>
              <a:gd name="T28" fmla="*/ 1688 w 1688"/>
              <a:gd name="T29" fmla="*/ 576 h 773"/>
              <a:gd name="T30" fmla="*/ 1616 w 1688"/>
              <a:gd name="T31" fmla="*/ 592 h 773"/>
              <a:gd name="T32" fmla="*/ 1496 w 1688"/>
              <a:gd name="T33" fmla="*/ 678 h 773"/>
              <a:gd name="T34" fmla="*/ 1229 w 1688"/>
              <a:gd name="T35" fmla="*/ 747 h 773"/>
              <a:gd name="T36" fmla="*/ 1014 w 1688"/>
              <a:gd name="T37" fmla="*/ 764 h 773"/>
              <a:gd name="T38" fmla="*/ 774 w 1688"/>
              <a:gd name="T39" fmla="*/ 764 h 773"/>
              <a:gd name="T40" fmla="*/ 559 w 1688"/>
              <a:gd name="T41" fmla="*/ 773 h 773"/>
              <a:gd name="T42" fmla="*/ 344 w 1688"/>
              <a:gd name="T43" fmla="*/ 730 h 773"/>
              <a:gd name="T44" fmla="*/ 146 w 1688"/>
              <a:gd name="T45" fmla="*/ 661 h 773"/>
              <a:gd name="T46" fmla="*/ 0 w 1688"/>
              <a:gd name="T47" fmla="*/ 539 h 773"/>
              <a:gd name="T48" fmla="*/ 3 w 1688"/>
              <a:gd name="T49" fmla="*/ 8 h 773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w 1688"/>
              <a:gd name="T76" fmla="*/ 0 h 773"/>
              <a:gd name="T77" fmla="*/ 1688 w 1688"/>
              <a:gd name="T78" fmla="*/ 773 h 773"/>
            </a:gdLst>
            <a:ahLst/>
            <a:cxnLst>
              <a:cxn ang="T50">
                <a:pos x="T0" y="T1"/>
              </a:cxn>
              <a:cxn ang="T51">
                <a:pos x="T2" y="T3"/>
              </a:cxn>
              <a:cxn ang="T52">
                <a:pos x="T4" y="T5"/>
              </a:cxn>
              <a:cxn ang="T53">
                <a:pos x="T6" y="T7"/>
              </a:cxn>
              <a:cxn ang="T54">
                <a:pos x="T8" y="T9"/>
              </a:cxn>
              <a:cxn ang="T55">
                <a:pos x="T10" y="T11"/>
              </a:cxn>
              <a:cxn ang="T56">
                <a:pos x="T12" y="T13"/>
              </a:cxn>
              <a:cxn ang="T57">
                <a:pos x="T14" y="T15"/>
              </a:cxn>
              <a:cxn ang="T58">
                <a:pos x="T16" y="T17"/>
              </a:cxn>
              <a:cxn ang="T59">
                <a:pos x="T18" y="T19"/>
              </a:cxn>
              <a:cxn ang="T60">
                <a:pos x="T20" y="T21"/>
              </a:cxn>
              <a:cxn ang="T61">
                <a:pos x="T22" y="T23"/>
              </a:cxn>
              <a:cxn ang="T62">
                <a:pos x="T24" y="T25"/>
              </a:cxn>
              <a:cxn ang="T63">
                <a:pos x="T26" y="T27"/>
              </a:cxn>
              <a:cxn ang="T64">
                <a:pos x="T28" y="T29"/>
              </a:cxn>
              <a:cxn ang="T65">
                <a:pos x="T30" y="T31"/>
              </a:cxn>
              <a:cxn ang="T66">
                <a:pos x="T32" y="T33"/>
              </a:cxn>
              <a:cxn ang="T67">
                <a:pos x="T34" y="T35"/>
              </a:cxn>
              <a:cxn ang="T68">
                <a:pos x="T36" y="T37"/>
              </a:cxn>
              <a:cxn ang="T69">
                <a:pos x="T38" y="T39"/>
              </a:cxn>
              <a:cxn ang="T70">
                <a:pos x="T40" y="T41"/>
              </a:cxn>
              <a:cxn ang="T71">
                <a:pos x="T42" y="T43"/>
              </a:cxn>
              <a:cxn ang="T72">
                <a:pos x="T44" y="T45"/>
              </a:cxn>
              <a:cxn ang="T73">
                <a:pos x="T46" y="T47"/>
              </a:cxn>
              <a:cxn ang="T74">
                <a:pos x="T48" y="T49"/>
              </a:cxn>
            </a:cxnLst>
            <a:rect l="T75" t="T76" r="T77" b="T78"/>
            <a:pathLst>
              <a:path w="1688" h="773">
                <a:moveTo>
                  <a:pt x="3" y="8"/>
                </a:moveTo>
                <a:lnTo>
                  <a:pt x="258" y="119"/>
                </a:lnTo>
                <a:lnTo>
                  <a:pt x="542" y="162"/>
                </a:lnTo>
                <a:lnTo>
                  <a:pt x="885" y="188"/>
                </a:lnTo>
                <a:lnTo>
                  <a:pt x="1023" y="188"/>
                </a:lnTo>
                <a:lnTo>
                  <a:pt x="1075" y="171"/>
                </a:lnTo>
                <a:lnTo>
                  <a:pt x="1135" y="171"/>
                </a:lnTo>
                <a:lnTo>
                  <a:pt x="1247" y="154"/>
                </a:lnTo>
                <a:lnTo>
                  <a:pt x="1465" y="101"/>
                </a:lnTo>
                <a:lnTo>
                  <a:pt x="1679" y="0"/>
                </a:lnTo>
                <a:lnTo>
                  <a:pt x="1688" y="129"/>
                </a:lnTo>
                <a:lnTo>
                  <a:pt x="1688" y="370"/>
                </a:lnTo>
                <a:lnTo>
                  <a:pt x="1671" y="499"/>
                </a:lnTo>
                <a:lnTo>
                  <a:pt x="1662" y="542"/>
                </a:lnTo>
                <a:lnTo>
                  <a:pt x="1688" y="576"/>
                </a:lnTo>
                <a:lnTo>
                  <a:pt x="1616" y="592"/>
                </a:lnTo>
                <a:lnTo>
                  <a:pt x="1496" y="678"/>
                </a:lnTo>
                <a:lnTo>
                  <a:pt x="1229" y="747"/>
                </a:lnTo>
                <a:lnTo>
                  <a:pt x="1014" y="764"/>
                </a:lnTo>
                <a:lnTo>
                  <a:pt x="774" y="764"/>
                </a:lnTo>
                <a:lnTo>
                  <a:pt x="559" y="773"/>
                </a:lnTo>
                <a:lnTo>
                  <a:pt x="344" y="730"/>
                </a:lnTo>
                <a:lnTo>
                  <a:pt x="146" y="661"/>
                </a:lnTo>
                <a:lnTo>
                  <a:pt x="0" y="539"/>
                </a:lnTo>
                <a:lnTo>
                  <a:pt x="3" y="8"/>
                </a:lnTo>
                <a:close/>
              </a:path>
            </a:pathLst>
          </a:custGeom>
          <a:solidFill>
            <a:srgbClr val="FF0000">
              <a:alpha val="50195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5" name="Freeform 28">
            <a:extLst>
              <a:ext uri="{FF2B5EF4-FFF2-40B4-BE49-F238E27FC236}">
                <a16:creationId xmlns:a16="http://schemas.microsoft.com/office/drawing/2014/main" id="{FF3BA3A7-9A8A-D0D1-B445-402AC12EB14C}"/>
              </a:ext>
            </a:extLst>
          </p:cNvPr>
          <p:cNvSpPr>
            <a:spLocks/>
          </p:cNvSpPr>
          <p:nvPr/>
        </p:nvSpPr>
        <p:spPr bwMode="auto">
          <a:xfrm>
            <a:off x="1651908" y="1384727"/>
            <a:ext cx="1693528" cy="597217"/>
          </a:xfrm>
          <a:custGeom>
            <a:avLst/>
            <a:gdLst>
              <a:gd name="T0" fmla="*/ 0 w 1145"/>
              <a:gd name="T1" fmla="*/ 0 h 622"/>
              <a:gd name="T2" fmla="*/ 0 w 1145"/>
              <a:gd name="T3" fmla="*/ 480 h 622"/>
              <a:gd name="T4" fmla="*/ 80 w 1145"/>
              <a:gd name="T5" fmla="*/ 527 h 622"/>
              <a:gd name="T6" fmla="*/ 165 w 1145"/>
              <a:gd name="T7" fmla="*/ 562 h 622"/>
              <a:gd name="T8" fmla="*/ 277 w 1145"/>
              <a:gd name="T9" fmla="*/ 587 h 622"/>
              <a:gd name="T10" fmla="*/ 380 w 1145"/>
              <a:gd name="T11" fmla="*/ 605 h 622"/>
              <a:gd name="T12" fmla="*/ 466 w 1145"/>
              <a:gd name="T13" fmla="*/ 605 h 622"/>
              <a:gd name="T14" fmla="*/ 613 w 1145"/>
              <a:gd name="T15" fmla="*/ 622 h 622"/>
              <a:gd name="T16" fmla="*/ 750 w 1145"/>
              <a:gd name="T17" fmla="*/ 596 h 622"/>
              <a:gd name="T18" fmla="*/ 845 w 1145"/>
              <a:gd name="T19" fmla="*/ 596 h 622"/>
              <a:gd name="T20" fmla="*/ 999 w 1145"/>
              <a:gd name="T21" fmla="*/ 562 h 622"/>
              <a:gd name="T22" fmla="*/ 1051 w 1145"/>
              <a:gd name="T23" fmla="*/ 536 h 622"/>
              <a:gd name="T24" fmla="*/ 1103 w 1145"/>
              <a:gd name="T25" fmla="*/ 527 h 622"/>
              <a:gd name="T26" fmla="*/ 1145 w 1145"/>
              <a:gd name="T27" fmla="*/ 480 h 622"/>
              <a:gd name="T28" fmla="*/ 1145 w 1145"/>
              <a:gd name="T29" fmla="*/ 0 h 622"/>
              <a:gd name="T30" fmla="*/ 0 w 1145"/>
              <a:gd name="T31" fmla="*/ 0 h 622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w 1145"/>
              <a:gd name="T49" fmla="*/ 0 h 622"/>
              <a:gd name="T50" fmla="*/ 1145 w 1145"/>
              <a:gd name="T51" fmla="*/ 622 h 622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T48" t="T49" r="T50" b="T51"/>
            <a:pathLst>
              <a:path w="1145" h="622">
                <a:moveTo>
                  <a:pt x="0" y="0"/>
                </a:moveTo>
                <a:lnTo>
                  <a:pt x="0" y="480"/>
                </a:lnTo>
                <a:lnTo>
                  <a:pt x="80" y="527"/>
                </a:lnTo>
                <a:lnTo>
                  <a:pt x="165" y="562"/>
                </a:lnTo>
                <a:lnTo>
                  <a:pt x="277" y="587"/>
                </a:lnTo>
                <a:lnTo>
                  <a:pt x="380" y="605"/>
                </a:lnTo>
                <a:lnTo>
                  <a:pt x="466" y="605"/>
                </a:lnTo>
                <a:lnTo>
                  <a:pt x="613" y="622"/>
                </a:lnTo>
                <a:lnTo>
                  <a:pt x="750" y="596"/>
                </a:lnTo>
                <a:lnTo>
                  <a:pt x="845" y="596"/>
                </a:lnTo>
                <a:lnTo>
                  <a:pt x="999" y="562"/>
                </a:lnTo>
                <a:lnTo>
                  <a:pt x="1051" y="536"/>
                </a:lnTo>
                <a:lnTo>
                  <a:pt x="1103" y="527"/>
                </a:lnTo>
                <a:lnTo>
                  <a:pt x="1145" y="480"/>
                </a:lnTo>
                <a:lnTo>
                  <a:pt x="1145" y="0"/>
                </a:lnTo>
                <a:lnTo>
                  <a:pt x="0" y="0"/>
                </a:lnTo>
                <a:close/>
              </a:path>
            </a:pathLst>
          </a:custGeom>
          <a:gradFill rotWithShape="0">
            <a:gsLst>
              <a:gs pos="0">
                <a:srgbClr val="765E76"/>
              </a:gs>
              <a:gs pos="50000">
                <a:srgbClr val="FFCCFF"/>
              </a:gs>
              <a:gs pos="100000">
                <a:srgbClr val="765E76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46" name="Group 29">
            <a:extLst>
              <a:ext uri="{FF2B5EF4-FFF2-40B4-BE49-F238E27FC236}">
                <a16:creationId xmlns:a16="http://schemas.microsoft.com/office/drawing/2014/main" id="{56EC67B1-FCF2-0CD3-F210-46F4359B60E2}"/>
              </a:ext>
            </a:extLst>
          </p:cNvPr>
          <p:cNvGrpSpPr>
            <a:grpSpLocks/>
          </p:cNvGrpSpPr>
          <p:nvPr/>
        </p:nvGrpSpPr>
        <p:grpSpPr bwMode="auto">
          <a:xfrm>
            <a:off x="3818843" y="1908245"/>
            <a:ext cx="425971" cy="273725"/>
            <a:chOff x="3456" y="1824"/>
            <a:chExt cx="233" cy="216"/>
          </a:xfrm>
        </p:grpSpPr>
        <p:graphicFrame>
          <p:nvGraphicFramePr>
            <p:cNvPr id="47" name="Object 1060">
              <a:extLst>
                <a:ext uri="{FF2B5EF4-FFF2-40B4-BE49-F238E27FC236}">
                  <a16:creationId xmlns:a16="http://schemas.microsoft.com/office/drawing/2014/main" id="{294561D1-9D00-1CB9-AFDE-D5F138BB849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552" y="1824"/>
            <a:ext cx="137" cy="1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272" name="Equation" r:id="rId11" imgW="152280" imgH="164880" progId="Equation.3">
                    <p:embed/>
                  </p:oleObj>
                </mc:Choice>
                <mc:Fallback>
                  <p:oleObj name="Equation" r:id="rId11" imgW="152280" imgH="164880" progId="Equation.3">
                    <p:embed/>
                    <p:pic>
                      <p:nvPicPr>
                        <p:cNvPr id="29711" name="Object 106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52" y="1824"/>
                          <a:ext cx="137" cy="148"/>
                        </a:xfrm>
                        <a:prstGeom prst="rect">
                          <a:avLst/>
                        </a:prstGeom>
                        <a:solidFill>
                          <a:srgbClr val="FFFF66"/>
                        </a:solidFill>
                        <a:ln>
                          <a:noFill/>
                        </a:ln>
                        <a:effectLst/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8" name="Object 1061">
              <a:extLst>
                <a:ext uri="{FF2B5EF4-FFF2-40B4-BE49-F238E27FC236}">
                  <a16:creationId xmlns:a16="http://schemas.microsoft.com/office/drawing/2014/main" id="{E27366A1-EE7C-47D5-1878-9CE0566944C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456" y="1968"/>
            <a:ext cx="72" cy="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273" name="Equation" r:id="rId13" imgW="114120" imgH="114120" progId="Equation.3">
                    <p:embed/>
                  </p:oleObj>
                </mc:Choice>
                <mc:Fallback>
                  <p:oleObj name="Equation" r:id="rId13" imgW="114120" imgH="114120" progId="Equation.3">
                    <p:embed/>
                    <p:pic>
                      <p:nvPicPr>
                        <p:cNvPr id="29712" name="Object 106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56" y="1968"/>
                          <a:ext cx="72" cy="72"/>
                        </a:xfrm>
                        <a:prstGeom prst="rect">
                          <a:avLst/>
                        </a:prstGeom>
                        <a:solidFill>
                          <a:srgbClr val="FFFF66"/>
                        </a:solidFill>
                        <a:ln>
                          <a:noFill/>
                        </a:ln>
                        <a:effectLst/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9" name="Group 32">
            <a:extLst>
              <a:ext uri="{FF2B5EF4-FFF2-40B4-BE49-F238E27FC236}">
                <a16:creationId xmlns:a16="http://schemas.microsoft.com/office/drawing/2014/main" id="{6D0FFAAC-6BC6-F2E8-43DD-14E521EB0DB0}"/>
              </a:ext>
            </a:extLst>
          </p:cNvPr>
          <p:cNvGrpSpPr>
            <a:grpSpLocks/>
          </p:cNvGrpSpPr>
          <p:nvPr/>
        </p:nvGrpSpPr>
        <p:grpSpPr bwMode="auto">
          <a:xfrm>
            <a:off x="570818" y="1896369"/>
            <a:ext cx="3344165" cy="964257"/>
            <a:chOff x="240" y="1440"/>
            <a:chExt cx="2261" cy="930"/>
          </a:xfrm>
        </p:grpSpPr>
        <p:grpSp>
          <p:nvGrpSpPr>
            <p:cNvPr id="50" name="Group 33">
              <a:extLst>
                <a:ext uri="{FF2B5EF4-FFF2-40B4-BE49-F238E27FC236}">
                  <a16:creationId xmlns:a16="http://schemas.microsoft.com/office/drawing/2014/main" id="{826FE81A-84EF-56FA-F4C3-0644DEB3792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0" y="1440"/>
              <a:ext cx="528" cy="336"/>
              <a:chOff x="240" y="1440"/>
              <a:chExt cx="528" cy="336"/>
            </a:xfrm>
          </p:grpSpPr>
          <p:graphicFrame>
            <p:nvGraphicFramePr>
              <p:cNvPr id="121" name="Object 1059">
                <a:extLst>
                  <a:ext uri="{FF2B5EF4-FFF2-40B4-BE49-F238E27FC236}">
                    <a16:creationId xmlns:a16="http://schemas.microsoft.com/office/drawing/2014/main" id="{6D0061C9-208A-EDE7-1A90-177DAEAB908A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240" y="1440"/>
              <a:ext cx="294" cy="24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8274" name="Equation" r:id="rId15" imgW="253800" imgH="215640" progId="Equation.3">
                      <p:embed/>
                    </p:oleObj>
                  </mc:Choice>
                  <mc:Fallback>
                    <p:oleObj name="Equation" r:id="rId15" imgW="253800" imgH="215640" progId="Equation.3">
                      <p:embed/>
                      <p:pic>
                        <p:nvPicPr>
                          <p:cNvPr id="29710" name="Object 1059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40" y="1440"/>
                            <a:ext cx="294" cy="249"/>
                          </a:xfrm>
                          <a:prstGeom prst="rect">
                            <a:avLst/>
                          </a:prstGeom>
                          <a:solidFill>
                            <a:srgbClr val="FFFF66"/>
                          </a:solidFill>
                          <a:ln w="2857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:ln>
                          <a:effectLst/>
                          <a:extLs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22" name="Line 35">
                <a:extLst>
                  <a:ext uri="{FF2B5EF4-FFF2-40B4-BE49-F238E27FC236}">
                    <a16:creationId xmlns:a16="http://schemas.microsoft.com/office/drawing/2014/main" id="{BAD0CC61-D054-2786-9DCB-97D05BBA9F6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2" y="1680"/>
                <a:ext cx="336" cy="96"/>
              </a:xfrm>
              <a:prstGeom prst="line">
                <a:avLst/>
              </a:prstGeom>
              <a:noFill/>
              <a:ln w="28575">
                <a:solidFill>
                  <a:srgbClr val="FFFF66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51" name="Group 36">
              <a:extLst>
                <a:ext uri="{FF2B5EF4-FFF2-40B4-BE49-F238E27FC236}">
                  <a16:creationId xmlns:a16="http://schemas.microsoft.com/office/drawing/2014/main" id="{E7303E41-5DED-895B-8F3A-A1B377E8AEB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16" y="1653"/>
              <a:ext cx="1985" cy="717"/>
              <a:chOff x="3399" y="2115"/>
              <a:chExt cx="1985" cy="717"/>
            </a:xfrm>
          </p:grpSpPr>
          <p:grpSp>
            <p:nvGrpSpPr>
              <p:cNvPr id="52" name="Group 37">
                <a:extLst>
                  <a:ext uri="{FF2B5EF4-FFF2-40B4-BE49-F238E27FC236}">
                    <a16:creationId xmlns:a16="http://schemas.microsoft.com/office/drawing/2014/main" id="{7221D52A-5A22-CC8F-7F44-F05A7C8E9B6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408" y="2115"/>
                <a:ext cx="1902" cy="717"/>
                <a:chOff x="3408" y="2115"/>
                <a:chExt cx="1902" cy="717"/>
              </a:xfrm>
            </p:grpSpPr>
            <p:sp>
              <p:nvSpPr>
                <p:cNvPr id="55" name="Line 38">
                  <a:extLst>
                    <a:ext uri="{FF2B5EF4-FFF2-40B4-BE49-F238E27FC236}">
                      <a16:creationId xmlns:a16="http://schemas.microsoft.com/office/drawing/2014/main" id="{C35F9022-FAFC-CC5A-8385-A3F5E3A15DC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3687" y="2544"/>
                  <a:ext cx="297" cy="153"/>
                </a:xfrm>
                <a:prstGeom prst="line">
                  <a:avLst/>
                </a:prstGeom>
                <a:noFill/>
                <a:ln w="19050">
                  <a:solidFill>
                    <a:schemeClr val="bg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15" name="Line 39">
                  <a:extLst>
                    <a:ext uri="{FF2B5EF4-FFF2-40B4-BE49-F238E27FC236}">
                      <a16:creationId xmlns:a16="http://schemas.microsoft.com/office/drawing/2014/main" id="{3283056D-AD0A-61F4-CACB-C9E3942D289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704" y="2496"/>
                  <a:ext cx="393" cy="135"/>
                </a:xfrm>
                <a:prstGeom prst="line">
                  <a:avLst/>
                </a:prstGeom>
                <a:noFill/>
                <a:ln w="19050">
                  <a:solidFill>
                    <a:schemeClr val="bg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16" name="Line 40">
                  <a:extLst>
                    <a:ext uri="{FF2B5EF4-FFF2-40B4-BE49-F238E27FC236}">
                      <a16:creationId xmlns:a16="http://schemas.microsoft.com/office/drawing/2014/main" id="{5D90CCB6-2137-3041-172B-FB99BBEDD77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336" y="2582"/>
                  <a:ext cx="80" cy="250"/>
                </a:xfrm>
                <a:prstGeom prst="line">
                  <a:avLst/>
                </a:prstGeom>
                <a:noFill/>
                <a:ln w="19050">
                  <a:solidFill>
                    <a:schemeClr val="bg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17" name="Line 41">
                  <a:extLst>
                    <a:ext uri="{FF2B5EF4-FFF2-40B4-BE49-F238E27FC236}">
                      <a16:creationId xmlns:a16="http://schemas.microsoft.com/office/drawing/2014/main" id="{73E1FEB6-FEBE-AAE2-0E85-A3FA52C72EE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4888" y="2133"/>
                  <a:ext cx="239" cy="114"/>
                </a:xfrm>
                <a:prstGeom prst="line">
                  <a:avLst/>
                </a:prstGeom>
                <a:noFill/>
                <a:ln w="19050">
                  <a:solidFill>
                    <a:schemeClr val="bg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18" name="Line 42">
                  <a:extLst>
                    <a:ext uri="{FF2B5EF4-FFF2-40B4-BE49-F238E27FC236}">
                      <a16:creationId xmlns:a16="http://schemas.microsoft.com/office/drawing/2014/main" id="{E23A21C7-DF0A-72C4-8BAD-AAFDFC04FFB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3543" y="2115"/>
                  <a:ext cx="285" cy="96"/>
                </a:xfrm>
                <a:prstGeom prst="line">
                  <a:avLst/>
                </a:prstGeom>
                <a:noFill/>
                <a:ln w="19050">
                  <a:solidFill>
                    <a:schemeClr val="bg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19" name="Line 43">
                  <a:extLst>
                    <a:ext uri="{FF2B5EF4-FFF2-40B4-BE49-F238E27FC236}">
                      <a16:creationId xmlns:a16="http://schemas.microsoft.com/office/drawing/2014/main" id="{0F843097-517D-638B-565E-5D4E6598777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974" y="2382"/>
                  <a:ext cx="336" cy="0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0" name="Line 44">
                  <a:extLst>
                    <a:ext uri="{FF2B5EF4-FFF2-40B4-BE49-F238E27FC236}">
                      <a16:creationId xmlns:a16="http://schemas.microsoft.com/office/drawing/2014/main" id="{870B3D64-06B5-1F72-0622-862EE4F44CE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408" y="2352"/>
                  <a:ext cx="336" cy="0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 type="triangle" w="med" len="med"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aphicFrame>
            <p:nvGraphicFramePr>
              <p:cNvPr id="53" name="Object 1057">
                <a:extLst>
                  <a:ext uri="{FF2B5EF4-FFF2-40B4-BE49-F238E27FC236}">
                    <a16:creationId xmlns:a16="http://schemas.microsoft.com/office/drawing/2014/main" id="{B87B0499-9D9C-378A-36CF-3AC60805B343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3399" y="2412"/>
              <a:ext cx="104" cy="13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8275" name="Equation" r:id="rId17" imgW="164880" imgH="215640" progId="Equation.3">
                      <p:embed/>
                    </p:oleObj>
                  </mc:Choice>
                  <mc:Fallback>
                    <p:oleObj name="Equation" r:id="rId17" imgW="164880" imgH="215640" progId="Equation.3">
                      <p:embed/>
                      <p:pic>
                        <p:nvPicPr>
                          <p:cNvPr id="29708" name="Object 1057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399" y="2412"/>
                            <a:ext cx="104" cy="136"/>
                          </a:xfrm>
                          <a:prstGeom prst="rect">
                            <a:avLst/>
                          </a:prstGeom>
                          <a:solidFill>
                            <a:schemeClr val="bg1"/>
                          </a:solidFill>
                          <a:ln>
                            <a:noFill/>
                          </a:ln>
                          <a:effectLst/>
                          <a:extLs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54" name="Object 1058">
                <a:extLst>
                  <a:ext uri="{FF2B5EF4-FFF2-40B4-BE49-F238E27FC236}">
                    <a16:creationId xmlns:a16="http://schemas.microsoft.com/office/drawing/2014/main" id="{B22732A7-8D72-CAB8-9F2E-14D18AA89B86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5280" y="2448"/>
              <a:ext cx="104" cy="13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8276" name="Equation" r:id="rId19" imgW="164880" imgH="215640" progId="Equation.3">
                      <p:embed/>
                    </p:oleObj>
                  </mc:Choice>
                  <mc:Fallback>
                    <p:oleObj name="Equation" r:id="rId19" imgW="164880" imgH="215640" progId="Equation.3">
                      <p:embed/>
                      <p:pic>
                        <p:nvPicPr>
                          <p:cNvPr id="29709" name="Object 1058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280" y="2448"/>
                            <a:ext cx="104" cy="136"/>
                          </a:xfrm>
                          <a:prstGeom prst="rect">
                            <a:avLst/>
                          </a:prstGeom>
                          <a:solidFill>
                            <a:schemeClr val="bg1"/>
                          </a:solidFill>
                          <a:ln>
                            <a:noFill/>
                          </a:ln>
                          <a:effectLst/>
                          <a:extLs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pSp>
        <p:nvGrpSpPr>
          <p:cNvPr id="123" name="Group 47">
            <a:extLst>
              <a:ext uri="{FF2B5EF4-FFF2-40B4-BE49-F238E27FC236}">
                <a16:creationId xmlns:a16="http://schemas.microsoft.com/office/drawing/2014/main" id="{9EECC0DC-8623-20D5-8DA2-70BC76AE1EC9}"/>
              </a:ext>
            </a:extLst>
          </p:cNvPr>
          <p:cNvGrpSpPr>
            <a:grpSpLocks/>
          </p:cNvGrpSpPr>
          <p:nvPr/>
        </p:nvGrpSpPr>
        <p:grpSpPr bwMode="auto">
          <a:xfrm>
            <a:off x="570820" y="1380813"/>
            <a:ext cx="3678434" cy="2112035"/>
            <a:chOff x="240" y="864"/>
            <a:chExt cx="2487" cy="2037"/>
          </a:xfrm>
        </p:grpSpPr>
        <p:grpSp>
          <p:nvGrpSpPr>
            <p:cNvPr id="124" name="Group 48">
              <a:extLst>
                <a:ext uri="{FF2B5EF4-FFF2-40B4-BE49-F238E27FC236}">
                  <a16:creationId xmlns:a16="http://schemas.microsoft.com/office/drawing/2014/main" id="{6193DF4E-BF23-8DEB-DD3D-B6A4E89BBF3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2" y="864"/>
              <a:ext cx="2103" cy="2037"/>
              <a:chOff x="432" y="747"/>
              <a:chExt cx="2103" cy="2037"/>
            </a:xfrm>
          </p:grpSpPr>
          <p:grpSp>
            <p:nvGrpSpPr>
              <p:cNvPr id="127" name="Group 49">
                <a:extLst>
                  <a:ext uri="{FF2B5EF4-FFF2-40B4-BE49-F238E27FC236}">
                    <a16:creationId xmlns:a16="http://schemas.microsoft.com/office/drawing/2014/main" id="{50F2B430-8145-1D12-F823-99BB580E36A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32" y="747"/>
                <a:ext cx="2079" cy="645"/>
                <a:chOff x="456" y="885"/>
                <a:chExt cx="2079" cy="645"/>
              </a:xfrm>
            </p:grpSpPr>
            <p:sp>
              <p:nvSpPr>
                <p:cNvPr id="144" name="Line 50">
                  <a:extLst>
                    <a:ext uri="{FF2B5EF4-FFF2-40B4-BE49-F238E27FC236}">
                      <a16:creationId xmlns:a16="http://schemas.microsoft.com/office/drawing/2014/main" id="{2ED210F9-9B07-6F8E-561D-648575A6CBC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756" y="1278"/>
                  <a:ext cx="353" cy="114"/>
                </a:xfrm>
                <a:prstGeom prst="line">
                  <a:avLst/>
                </a:prstGeom>
                <a:noFill/>
                <a:ln w="38100">
                  <a:solidFill>
                    <a:srgbClr val="FF0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45" name="Line 51">
                  <a:extLst>
                    <a:ext uri="{FF2B5EF4-FFF2-40B4-BE49-F238E27FC236}">
                      <a16:creationId xmlns:a16="http://schemas.microsoft.com/office/drawing/2014/main" id="{C52D6745-37C0-435E-8F0D-F30798A8A11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854" y="1284"/>
                  <a:ext cx="393" cy="135"/>
                </a:xfrm>
                <a:prstGeom prst="line">
                  <a:avLst/>
                </a:prstGeom>
                <a:noFill/>
                <a:ln w="38100">
                  <a:solidFill>
                    <a:srgbClr val="FF0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46" name="Line 52">
                  <a:extLst>
                    <a:ext uri="{FF2B5EF4-FFF2-40B4-BE49-F238E27FC236}">
                      <a16:creationId xmlns:a16="http://schemas.microsoft.com/office/drawing/2014/main" id="{9210F930-ADCA-726C-820D-3881C7F0380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456" y="1307"/>
                  <a:ext cx="39" cy="223"/>
                </a:xfrm>
                <a:prstGeom prst="line">
                  <a:avLst/>
                </a:prstGeom>
                <a:noFill/>
                <a:ln w="38100">
                  <a:solidFill>
                    <a:srgbClr val="FF0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47" name="Line 53">
                  <a:extLst>
                    <a:ext uri="{FF2B5EF4-FFF2-40B4-BE49-F238E27FC236}">
                      <a16:creationId xmlns:a16="http://schemas.microsoft.com/office/drawing/2014/main" id="{568C7021-01A0-4C6E-775F-EE1D20D95EA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056" y="912"/>
                  <a:ext cx="248" cy="87"/>
                </a:xfrm>
                <a:prstGeom prst="line">
                  <a:avLst/>
                </a:prstGeom>
                <a:noFill/>
                <a:ln w="38100">
                  <a:solidFill>
                    <a:srgbClr val="FF0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48" name="Line 54">
                  <a:extLst>
                    <a:ext uri="{FF2B5EF4-FFF2-40B4-BE49-F238E27FC236}">
                      <a16:creationId xmlns:a16="http://schemas.microsoft.com/office/drawing/2014/main" id="{D86A575B-D69E-85A4-1DC3-05B5D8A6A02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666" y="885"/>
                  <a:ext cx="270" cy="109"/>
                </a:xfrm>
                <a:prstGeom prst="line">
                  <a:avLst/>
                </a:prstGeom>
                <a:noFill/>
                <a:ln w="38100">
                  <a:solidFill>
                    <a:srgbClr val="FF0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49" name="Line 55">
                  <a:extLst>
                    <a:ext uri="{FF2B5EF4-FFF2-40B4-BE49-F238E27FC236}">
                      <a16:creationId xmlns:a16="http://schemas.microsoft.com/office/drawing/2014/main" id="{1E723085-0004-9F3E-83EF-A1AEEE0959D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2067" y="1149"/>
                  <a:ext cx="468" cy="9"/>
                </a:xfrm>
                <a:prstGeom prst="line">
                  <a:avLst/>
                </a:prstGeom>
                <a:noFill/>
                <a:ln w="38100">
                  <a:solidFill>
                    <a:srgbClr val="FF0000"/>
                  </a:solidFill>
                  <a:round/>
                  <a:headEnd type="triangle" w="med" len="med"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50" name="Line 56">
                  <a:extLst>
                    <a:ext uri="{FF2B5EF4-FFF2-40B4-BE49-F238E27FC236}">
                      <a16:creationId xmlns:a16="http://schemas.microsoft.com/office/drawing/2014/main" id="{C8DF6D27-5B5C-8C36-A6DA-65AD6975DB7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456" y="1152"/>
                  <a:ext cx="468" cy="9"/>
                </a:xfrm>
                <a:prstGeom prst="line">
                  <a:avLst/>
                </a:prstGeom>
                <a:noFill/>
                <a:ln w="38100">
                  <a:solidFill>
                    <a:srgbClr val="FF0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28" name="Group 57">
                <a:extLst>
                  <a:ext uri="{FF2B5EF4-FFF2-40B4-BE49-F238E27FC236}">
                    <a16:creationId xmlns:a16="http://schemas.microsoft.com/office/drawing/2014/main" id="{26BEBAE8-06B4-FD34-117A-B65CBBC608E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56" y="1467"/>
                <a:ext cx="2079" cy="645"/>
                <a:chOff x="456" y="885"/>
                <a:chExt cx="2079" cy="645"/>
              </a:xfrm>
            </p:grpSpPr>
            <p:sp>
              <p:nvSpPr>
                <p:cNvPr id="137" name="Line 58">
                  <a:extLst>
                    <a:ext uri="{FF2B5EF4-FFF2-40B4-BE49-F238E27FC236}">
                      <a16:creationId xmlns:a16="http://schemas.microsoft.com/office/drawing/2014/main" id="{96AFB273-A68B-F0E7-EE33-502409A2EE1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756" y="1278"/>
                  <a:ext cx="353" cy="114"/>
                </a:xfrm>
                <a:prstGeom prst="line">
                  <a:avLst/>
                </a:prstGeom>
                <a:noFill/>
                <a:ln w="38100">
                  <a:solidFill>
                    <a:srgbClr val="FF0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38" name="Line 59">
                  <a:extLst>
                    <a:ext uri="{FF2B5EF4-FFF2-40B4-BE49-F238E27FC236}">
                      <a16:creationId xmlns:a16="http://schemas.microsoft.com/office/drawing/2014/main" id="{15B8E43B-A097-196F-91A8-1021C04ECAE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854" y="1284"/>
                  <a:ext cx="393" cy="135"/>
                </a:xfrm>
                <a:prstGeom prst="line">
                  <a:avLst/>
                </a:prstGeom>
                <a:noFill/>
                <a:ln w="38100">
                  <a:solidFill>
                    <a:srgbClr val="FF0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39" name="Line 60">
                  <a:extLst>
                    <a:ext uri="{FF2B5EF4-FFF2-40B4-BE49-F238E27FC236}">
                      <a16:creationId xmlns:a16="http://schemas.microsoft.com/office/drawing/2014/main" id="{F5087856-BFA5-1708-FDDF-FAE3F616E28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456" y="1307"/>
                  <a:ext cx="39" cy="223"/>
                </a:xfrm>
                <a:prstGeom prst="line">
                  <a:avLst/>
                </a:prstGeom>
                <a:noFill/>
                <a:ln w="38100">
                  <a:solidFill>
                    <a:srgbClr val="FF0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40" name="Line 61">
                  <a:extLst>
                    <a:ext uri="{FF2B5EF4-FFF2-40B4-BE49-F238E27FC236}">
                      <a16:creationId xmlns:a16="http://schemas.microsoft.com/office/drawing/2014/main" id="{CB08560B-136B-1879-9882-3CAB51A871A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056" y="912"/>
                  <a:ext cx="248" cy="87"/>
                </a:xfrm>
                <a:prstGeom prst="line">
                  <a:avLst/>
                </a:prstGeom>
                <a:noFill/>
                <a:ln w="38100">
                  <a:solidFill>
                    <a:srgbClr val="FF0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41" name="Line 62">
                  <a:extLst>
                    <a:ext uri="{FF2B5EF4-FFF2-40B4-BE49-F238E27FC236}">
                      <a16:creationId xmlns:a16="http://schemas.microsoft.com/office/drawing/2014/main" id="{4ACE35F7-77C3-CAF0-87A6-8EFA39B6459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666" y="885"/>
                  <a:ext cx="270" cy="109"/>
                </a:xfrm>
                <a:prstGeom prst="line">
                  <a:avLst/>
                </a:prstGeom>
                <a:noFill/>
                <a:ln w="38100">
                  <a:solidFill>
                    <a:srgbClr val="FF0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42" name="Line 63">
                  <a:extLst>
                    <a:ext uri="{FF2B5EF4-FFF2-40B4-BE49-F238E27FC236}">
                      <a16:creationId xmlns:a16="http://schemas.microsoft.com/office/drawing/2014/main" id="{7947617B-ECC1-4B5A-205E-2BA2B642243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2067" y="1149"/>
                  <a:ext cx="468" cy="9"/>
                </a:xfrm>
                <a:prstGeom prst="line">
                  <a:avLst/>
                </a:prstGeom>
                <a:noFill/>
                <a:ln w="38100">
                  <a:solidFill>
                    <a:srgbClr val="FF0000"/>
                  </a:solidFill>
                  <a:round/>
                  <a:headEnd type="triangle" w="med" len="med"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43" name="Line 64">
                  <a:extLst>
                    <a:ext uri="{FF2B5EF4-FFF2-40B4-BE49-F238E27FC236}">
                      <a16:creationId xmlns:a16="http://schemas.microsoft.com/office/drawing/2014/main" id="{5A1B48D2-BBE0-BA00-7344-156E47341EA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456" y="1152"/>
                  <a:ext cx="468" cy="9"/>
                </a:xfrm>
                <a:prstGeom prst="line">
                  <a:avLst/>
                </a:prstGeom>
                <a:noFill/>
                <a:ln w="38100">
                  <a:solidFill>
                    <a:srgbClr val="FF0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29" name="Group 65">
                <a:extLst>
                  <a:ext uri="{FF2B5EF4-FFF2-40B4-BE49-F238E27FC236}">
                    <a16:creationId xmlns:a16="http://schemas.microsoft.com/office/drawing/2014/main" id="{F3E4D4FA-A011-E66D-FFAF-E4B61E39D37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32" y="2139"/>
                <a:ext cx="2079" cy="645"/>
                <a:chOff x="456" y="885"/>
                <a:chExt cx="2079" cy="645"/>
              </a:xfrm>
            </p:grpSpPr>
            <p:sp>
              <p:nvSpPr>
                <p:cNvPr id="130" name="Line 66">
                  <a:extLst>
                    <a:ext uri="{FF2B5EF4-FFF2-40B4-BE49-F238E27FC236}">
                      <a16:creationId xmlns:a16="http://schemas.microsoft.com/office/drawing/2014/main" id="{397B7A02-B96A-DB3E-6D9E-8862A2338A6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756" y="1278"/>
                  <a:ext cx="353" cy="114"/>
                </a:xfrm>
                <a:prstGeom prst="line">
                  <a:avLst/>
                </a:prstGeom>
                <a:noFill/>
                <a:ln w="38100">
                  <a:solidFill>
                    <a:srgbClr val="FF0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31" name="Line 67">
                  <a:extLst>
                    <a:ext uri="{FF2B5EF4-FFF2-40B4-BE49-F238E27FC236}">
                      <a16:creationId xmlns:a16="http://schemas.microsoft.com/office/drawing/2014/main" id="{92796EAA-C6D2-5306-AACB-FE1B7C53E20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854" y="1284"/>
                  <a:ext cx="393" cy="135"/>
                </a:xfrm>
                <a:prstGeom prst="line">
                  <a:avLst/>
                </a:prstGeom>
                <a:noFill/>
                <a:ln w="38100">
                  <a:solidFill>
                    <a:srgbClr val="FF0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32" name="Line 68">
                  <a:extLst>
                    <a:ext uri="{FF2B5EF4-FFF2-40B4-BE49-F238E27FC236}">
                      <a16:creationId xmlns:a16="http://schemas.microsoft.com/office/drawing/2014/main" id="{CB39E815-7FF2-F2A3-3623-9E84816E7DB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456" y="1307"/>
                  <a:ext cx="39" cy="223"/>
                </a:xfrm>
                <a:prstGeom prst="line">
                  <a:avLst/>
                </a:prstGeom>
                <a:noFill/>
                <a:ln w="38100">
                  <a:solidFill>
                    <a:srgbClr val="FF0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33" name="Line 69">
                  <a:extLst>
                    <a:ext uri="{FF2B5EF4-FFF2-40B4-BE49-F238E27FC236}">
                      <a16:creationId xmlns:a16="http://schemas.microsoft.com/office/drawing/2014/main" id="{29F9C92A-DDF0-29D5-14FD-C361E6B7DC4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056" y="912"/>
                  <a:ext cx="248" cy="87"/>
                </a:xfrm>
                <a:prstGeom prst="line">
                  <a:avLst/>
                </a:prstGeom>
                <a:noFill/>
                <a:ln w="38100">
                  <a:solidFill>
                    <a:srgbClr val="FF0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34" name="Line 70">
                  <a:extLst>
                    <a:ext uri="{FF2B5EF4-FFF2-40B4-BE49-F238E27FC236}">
                      <a16:creationId xmlns:a16="http://schemas.microsoft.com/office/drawing/2014/main" id="{240199E2-4B26-3740-0A5C-C9A45B375CD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666" y="885"/>
                  <a:ext cx="270" cy="109"/>
                </a:xfrm>
                <a:prstGeom prst="line">
                  <a:avLst/>
                </a:prstGeom>
                <a:noFill/>
                <a:ln w="38100">
                  <a:solidFill>
                    <a:srgbClr val="FF0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35" name="Line 71">
                  <a:extLst>
                    <a:ext uri="{FF2B5EF4-FFF2-40B4-BE49-F238E27FC236}">
                      <a16:creationId xmlns:a16="http://schemas.microsoft.com/office/drawing/2014/main" id="{77B8F706-AA97-7FBB-7503-72D5CECFEC8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2067" y="1149"/>
                  <a:ext cx="468" cy="9"/>
                </a:xfrm>
                <a:prstGeom prst="line">
                  <a:avLst/>
                </a:prstGeom>
                <a:noFill/>
                <a:ln w="38100">
                  <a:solidFill>
                    <a:srgbClr val="FF0000"/>
                  </a:solidFill>
                  <a:round/>
                  <a:headEnd type="triangle" w="med" len="med"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36" name="Line 72">
                  <a:extLst>
                    <a:ext uri="{FF2B5EF4-FFF2-40B4-BE49-F238E27FC236}">
                      <a16:creationId xmlns:a16="http://schemas.microsoft.com/office/drawing/2014/main" id="{AFCF8891-3688-690A-D58F-EECBDFA5632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456" y="1152"/>
                  <a:ext cx="468" cy="9"/>
                </a:xfrm>
                <a:prstGeom prst="line">
                  <a:avLst/>
                </a:prstGeom>
                <a:noFill/>
                <a:ln w="38100">
                  <a:solidFill>
                    <a:srgbClr val="FF0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</p:grpSp>
        <p:graphicFrame>
          <p:nvGraphicFramePr>
            <p:cNvPr id="125" name="Object 1055">
              <a:extLst>
                <a:ext uri="{FF2B5EF4-FFF2-40B4-BE49-F238E27FC236}">
                  <a16:creationId xmlns:a16="http://schemas.microsoft.com/office/drawing/2014/main" id="{08EB2A01-84EF-1281-55E5-2EF2945BE90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571" y="1749"/>
            <a:ext cx="156" cy="2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277" name="Equation" r:id="rId21" imgW="152280" imgH="203040" progId="Equation.3">
                    <p:embed/>
                  </p:oleObj>
                </mc:Choice>
                <mc:Fallback>
                  <p:oleObj name="Equation" r:id="rId21" imgW="152280" imgH="203040" progId="Equation.3">
                    <p:embed/>
                    <p:pic>
                      <p:nvPicPr>
                        <p:cNvPr id="29706" name="Object 105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71" y="1749"/>
                          <a:ext cx="156" cy="208"/>
                        </a:xfrm>
                        <a:prstGeom prst="rect">
                          <a:avLst/>
                        </a:prstGeom>
                        <a:solidFill>
                          <a:srgbClr val="FF3300"/>
                        </a:solidFill>
                        <a:ln>
                          <a:noFill/>
                        </a:ln>
                        <a:effectLst/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6" name="Object 1056">
              <a:extLst>
                <a:ext uri="{FF2B5EF4-FFF2-40B4-BE49-F238E27FC236}">
                  <a16:creationId xmlns:a16="http://schemas.microsoft.com/office/drawing/2014/main" id="{57C41CCD-8E50-D650-4776-6D3B854BC09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40" y="1752"/>
            <a:ext cx="156" cy="2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278" name="Equation" r:id="rId23" imgW="152280" imgH="203040" progId="Equation.3">
                    <p:embed/>
                  </p:oleObj>
                </mc:Choice>
                <mc:Fallback>
                  <p:oleObj name="Equation" r:id="rId23" imgW="152280" imgH="203040" progId="Equation.3">
                    <p:embed/>
                    <p:pic>
                      <p:nvPicPr>
                        <p:cNvPr id="29707" name="Object 105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0" y="1752"/>
                          <a:ext cx="156" cy="208"/>
                        </a:xfrm>
                        <a:prstGeom prst="rect">
                          <a:avLst/>
                        </a:prstGeom>
                        <a:solidFill>
                          <a:srgbClr val="FF3300"/>
                        </a:solidFill>
                        <a:ln>
                          <a:noFill/>
                        </a:ln>
                        <a:effectLst/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51" name="Group 75">
            <a:extLst>
              <a:ext uri="{FF2B5EF4-FFF2-40B4-BE49-F238E27FC236}">
                <a16:creationId xmlns:a16="http://schemas.microsoft.com/office/drawing/2014/main" id="{17026187-C7F7-6797-5165-B27A9574FBC9}"/>
              </a:ext>
            </a:extLst>
          </p:cNvPr>
          <p:cNvGrpSpPr>
            <a:grpSpLocks/>
          </p:cNvGrpSpPr>
          <p:nvPr/>
        </p:nvGrpSpPr>
        <p:grpSpPr bwMode="auto">
          <a:xfrm>
            <a:off x="3466418" y="1643127"/>
            <a:ext cx="887439" cy="1568733"/>
            <a:chOff x="2064" y="1152"/>
            <a:chExt cx="600" cy="1513"/>
          </a:xfrm>
        </p:grpSpPr>
        <p:grpSp>
          <p:nvGrpSpPr>
            <p:cNvPr id="152" name="Group 76">
              <a:extLst>
                <a:ext uri="{FF2B5EF4-FFF2-40B4-BE49-F238E27FC236}">
                  <a16:creationId xmlns:a16="http://schemas.microsoft.com/office/drawing/2014/main" id="{51A97AC1-764D-22BC-2A38-A4FCB2982BF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08" y="1152"/>
              <a:ext cx="456" cy="384"/>
              <a:chOff x="2208" y="1152"/>
              <a:chExt cx="456" cy="384"/>
            </a:xfrm>
          </p:grpSpPr>
          <p:graphicFrame>
            <p:nvGraphicFramePr>
              <p:cNvPr id="161" name="Object 1054">
                <a:extLst>
                  <a:ext uri="{FF2B5EF4-FFF2-40B4-BE49-F238E27FC236}">
                    <a16:creationId xmlns:a16="http://schemas.microsoft.com/office/drawing/2014/main" id="{69B4039B-F2A7-ECF7-25C3-3D241EAD495D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2400" y="1152"/>
              <a:ext cx="264" cy="24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8279" name="Equation" r:id="rId25" imgW="228600" imgH="215640" progId="Equation.3">
                      <p:embed/>
                    </p:oleObj>
                  </mc:Choice>
                  <mc:Fallback>
                    <p:oleObj name="Equation" r:id="rId25" imgW="228600" imgH="215640" progId="Equation.3">
                      <p:embed/>
                      <p:pic>
                        <p:nvPicPr>
                          <p:cNvPr id="29705" name="Object 105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400" y="1152"/>
                            <a:ext cx="264" cy="249"/>
                          </a:xfrm>
                          <a:prstGeom prst="rect">
                            <a:avLst/>
                          </a:prstGeom>
                          <a:solidFill>
                            <a:srgbClr val="FFFF66"/>
                          </a:solidFill>
                          <a:ln>
                            <a:noFill/>
                          </a:ln>
                          <a:effectLst/>
                          <a:extLs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62" name="Line 78">
                <a:extLst>
                  <a:ext uri="{FF2B5EF4-FFF2-40B4-BE49-F238E27FC236}">
                    <a16:creationId xmlns:a16="http://schemas.microsoft.com/office/drawing/2014/main" id="{587619BF-7B74-C148-E248-EE1C331233A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208" y="1344"/>
                <a:ext cx="240" cy="192"/>
              </a:xfrm>
              <a:prstGeom prst="line">
                <a:avLst/>
              </a:prstGeom>
              <a:noFill/>
              <a:ln w="28575">
                <a:solidFill>
                  <a:srgbClr val="FFFF66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53" name="Group 79">
              <a:extLst>
                <a:ext uri="{FF2B5EF4-FFF2-40B4-BE49-F238E27FC236}">
                  <a16:creationId xmlns:a16="http://schemas.microsoft.com/office/drawing/2014/main" id="{F0CB480E-68C9-A4CA-694E-F361817D932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00" y="2208"/>
              <a:ext cx="519" cy="312"/>
              <a:chOff x="2208" y="2160"/>
              <a:chExt cx="519" cy="312"/>
            </a:xfrm>
          </p:grpSpPr>
          <p:graphicFrame>
            <p:nvGraphicFramePr>
              <p:cNvPr id="159" name="Object 1053">
                <a:extLst>
                  <a:ext uri="{FF2B5EF4-FFF2-40B4-BE49-F238E27FC236}">
                    <a16:creationId xmlns:a16="http://schemas.microsoft.com/office/drawing/2014/main" id="{FD7F0A3B-8CEF-A708-CBAB-063409429668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2448" y="2208"/>
              <a:ext cx="279" cy="26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8280" name="Equation" r:id="rId27" imgW="241200" imgH="228600" progId="Equation.3">
                      <p:embed/>
                    </p:oleObj>
                  </mc:Choice>
                  <mc:Fallback>
                    <p:oleObj name="Equation" r:id="rId27" imgW="241200" imgH="228600" progId="Equation.3">
                      <p:embed/>
                      <p:pic>
                        <p:nvPicPr>
                          <p:cNvPr id="29704" name="Object 1053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448" y="2208"/>
                            <a:ext cx="279" cy="264"/>
                          </a:xfrm>
                          <a:prstGeom prst="rect">
                            <a:avLst/>
                          </a:prstGeom>
                          <a:solidFill>
                            <a:srgbClr val="FFFF66"/>
                          </a:solidFill>
                          <a:ln>
                            <a:noFill/>
                          </a:ln>
                          <a:effectLst/>
                          <a:extLs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60" name="Line 81">
                <a:extLst>
                  <a:ext uri="{FF2B5EF4-FFF2-40B4-BE49-F238E27FC236}">
                    <a16:creationId xmlns:a16="http://schemas.microsoft.com/office/drawing/2014/main" id="{B326585A-F315-42AE-A4EC-F1219AC13A8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2208" y="2160"/>
                <a:ext cx="240" cy="144"/>
              </a:xfrm>
              <a:prstGeom prst="line">
                <a:avLst/>
              </a:prstGeom>
              <a:noFill/>
              <a:ln w="28575">
                <a:solidFill>
                  <a:srgbClr val="FFFF66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54" name="Group 82">
              <a:extLst>
                <a:ext uri="{FF2B5EF4-FFF2-40B4-BE49-F238E27FC236}">
                  <a16:creationId xmlns:a16="http://schemas.microsoft.com/office/drawing/2014/main" id="{24FB7ADE-B90A-1BC1-2655-5FDA64B0491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064" y="1152"/>
              <a:ext cx="260" cy="1513"/>
              <a:chOff x="2064" y="1152"/>
              <a:chExt cx="260" cy="1513"/>
            </a:xfrm>
          </p:grpSpPr>
          <p:sp>
            <p:nvSpPr>
              <p:cNvPr id="155" name="Line 83">
                <a:extLst>
                  <a:ext uri="{FF2B5EF4-FFF2-40B4-BE49-F238E27FC236}">
                    <a16:creationId xmlns:a16="http://schemas.microsoft.com/office/drawing/2014/main" id="{0CCF356B-BC16-F671-CE9A-598765D15CD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160" y="1200"/>
                <a:ext cx="0" cy="288"/>
              </a:xfrm>
              <a:prstGeom prst="line">
                <a:avLst/>
              </a:prstGeom>
              <a:noFill/>
              <a:ln w="28575">
                <a:solidFill>
                  <a:schemeClr val="bg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6" name="Line 84">
                <a:extLst>
                  <a:ext uri="{FF2B5EF4-FFF2-40B4-BE49-F238E27FC236}">
                    <a16:creationId xmlns:a16="http://schemas.microsoft.com/office/drawing/2014/main" id="{FBD9DFBC-F221-F047-1C5A-15A3B77F7D3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064" y="2208"/>
                <a:ext cx="0" cy="288"/>
              </a:xfrm>
              <a:prstGeom prst="line">
                <a:avLst/>
              </a:prstGeom>
              <a:noFill/>
              <a:ln w="28575">
                <a:solidFill>
                  <a:schemeClr val="bg1"/>
                </a:solidFill>
                <a:round/>
                <a:headEnd type="triangle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aphicFrame>
            <p:nvGraphicFramePr>
              <p:cNvPr id="157" name="Object 1051">
                <a:extLst>
                  <a:ext uri="{FF2B5EF4-FFF2-40B4-BE49-F238E27FC236}">
                    <a16:creationId xmlns:a16="http://schemas.microsoft.com/office/drawing/2014/main" id="{B474183A-927F-D8B6-E26D-11CC1429A9CA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2208" y="1152"/>
              <a:ext cx="116" cy="16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8281" name="Equation" r:id="rId29" imgW="152280" imgH="215640" progId="Equation.3">
                      <p:embed/>
                    </p:oleObj>
                  </mc:Choice>
                  <mc:Fallback>
                    <p:oleObj name="Equation" r:id="rId29" imgW="152280" imgH="215640" progId="Equation.3">
                      <p:embed/>
                      <p:pic>
                        <p:nvPicPr>
                          <p:cNvPr id="29702" name="Object 105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208" y="1152"/>
                            <a:ext cx="116" cy="164"/>
                          </a:xfrm>
                          <a:prstGeom prst="rect">
                            <a:avLst/>
                          </a:prstGeom>
                          <a:solidFill>
                            <a:schemeClr val="bg1"/>
                          </a:solidFill>
                          <a:ln>
                            <a:noFill/>
                          </a:ln>
                          <a:effectLst/>
                          <a:extLs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58" name="Object 1052">
                <a:extLst>
                  <a:ext uri="{FF2B5EF4-FFF2-40B4-BE49-F238E27FC236}">
                    <a16:creationId xmlns:a16="http://schemas.microsoft.com/office/drawing/2014/main" id="{CCDC439E-4B41-F932-E452-C0F2702CED8D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2082" y="2492"/>
              <a:ext cx="126" cy="17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8282" name="Equation" r:id="rId31" imgW="164880" imgH="228600" progId="Equation.3">
                      <p:embed/>
                    </p:oleObj>
                  </mc:Choice>
                  <mc:Fallback>
                    <p:oleObj name="Equation" r:id="rId31" imgW="164880" imgH="228600" progId="Equation.3">
                      <p:embed/>
                      <p:pic>
                        <p:nvPicPr>
                          <p:cNvPr id="29703" name="Object 105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082" y="2492"/>
                            <a:ext cx="126" cy="173"/>
                          </a:xfrm>
                          <a:prstGeom prst="rect">
                            <a:avLst/>
                          </a:prstGeom>
                          <a:solidFill>
                            <a:schemeClr val="bg1"/>
                          </a:solidFill>
                          <a:ln>
                            <a:noFill/>
                          </a:ln>
                          <a:effectLst/>
                          <a:extLs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pSp>
        <p:nvGrpSpPr>
          <p:cNvPr id="163" name="Group 87">
            <a:extLst>
              <a:ext uri="{FF2B5EF4-FFF2-40B4-BE49-F238E27FC236}">
                <a16:creationId xmlns:a16="http://schemas.microsoft.com/office/drawing/2014/main" id="{8AECE478-11BC-A2E9-A512-2C8B763AC042}"/>
              </a:ext>
            </a:extLst>
          </p:cNvPr>
          <p:cNvGrpSpPr>
            <a:grpSpLocks/>
          </p:cNvGrpSpPr>
          <p:nvPr/>
        </p:nvGrpSpPr>
        <p:grpSpPr bwMode="auto">
          <a:xfrm>
            <a:off x="3847420" y="1946897"/>
            <a:ext cx="1156628" cy="606548"/>
            <a:chOff x="2304" y="1335"/>
            <a:chExt cx="782" cy="585"/>
          </a:xfrm>
        </p:grpSpPr>
        <p:sp>
          <p:nvSpPr>
            <p:cNvPr id="164" name="Line 88">
              <a:extLst>
                <a:ext uri="{FF2B5EF4-FFF2-40B4-BE49-F238E27FC236}">
                  <a16:creationId xmlns:a16="http://schemas.microsoft.com/office/drawing/2014/main" id="{6945A12F-896F-A711-2D87-2FDFF5C69C3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04" y="1335"/>
              <a:ext cx="672" cy="0"/>
            </a:xfrm>
            <a:prstGeom prst="line">
              <a:avLst/>
            </a:prstGeom>
            <a:noFill/>
            <a:ln w="9525">
              <a:solidFill>
                <a:srgbClr val="FFFF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5" name="Line 89">
              <a:extLst>
                <a:ext uri="{FF2B5EF4-FFF2-40B4-BE49-F238E27FC236}">
                  <a16:creationId xmlns:a16="http://schemas.microsoft.com/office/drawing/2014/main" id="{22939E76-7507-DF19-C277-95B3E469BAC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04" y="1920"/>
              <a:ext cx="672" cy="0"/>
            </a:xfrm>
            <a:prstGeom prst="line">
              <a:avLst/>
            </a:prstGeom>
            <a:noFill/>
            <a:ln w="9525">
              <a:solidFill>
                <a:srgbClr val="FFFF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6" name="Line 90">
              <a:extLst>
                <a:ext uri="{FF2B5EF4-FFF2-40B4-BE49-F238E27FC236}">
                  <a16:creationId xmlns:a16="http://schemas.microsoft.com/office/drawing/2014/main" id="{EF501A58-7088-0980-01B4-BEDA6EC94FC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80" y="1344"/>
              <a:ext cx="0" cy="576"/>
            </a:xfrm>
            <a:prstGeom prst="line">
              <a:avLst/>
            </a:prstGeom>
            <a:noFill/>
            <a:ln w="9525">
              <a:solidFill>
                <a:srgbClr val="FFFF66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7" name="Text Box 91">
              <a:extLst>
                <a:ext uri="{FF2B5EF4-FFF2-40B4-BE49-F238E27FC236}">
                  <a16:creationId xmlns:a16="http://schemas.microsoft.com/office/drawing/2014/main" id="{4DD48EA2-07BF-FE2D-36BE-D1E6986649A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72" y="1409"/>
              <a:ext cx="214" cy="4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华文中宋" pitchFamily="2" charset="-12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华文中宋" pitchFamily="2" charset="-12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华文中宋" pitchFamily="2" charset="-12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华文中宋" pitchFamily="2" charset="-12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华文中宋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华文中宋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华文中宋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华文中宋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华文中宋" pitchFamily="2" charset="-122"/>
                </a:defRPr>
              </a:lvl9pPr>
            </a:lstStyle>
            <a:p>
              <a:pPr algn="ctr" eaLnBrk="1" hangingPunct="1"/>
              <a:r>
                <a:rPr lang="en-US" altLang="zh-CN">
                  <a:solidFill>
                    <a:srgbClr val="FFFF66"/>
                  </a:solidFill>
                  <a:ea typeface="宋体" pitchFamily="2" charset="-122"/>
                  <a:sym typeface="MT Extra" pitchFamily="18" charset="2"/>
                </a:rPr>
                <a:t></a:t>
              </a:r>
              <a:endParaRPr lang="en-US" altLang="zh-CN">
                <a:solidFill>
                  <a:srgbClr val="FFFF66"/>
                </a:solidFill>
                <a:ea typeface="宋体" pitchFamily="2" charset="-122"/>
              </a:endParaRPr>
            </a:p>
          </p:txBody>
        </p:sp>
      </p:grpSp>
      <p:grpSp>
        <p:nvGrpSpPr>
          <p:cNvPr id="168" name="Group 92">
            <a:extLst>
              <a:ext uri="{FF2B5EF4-FFF2-40B4-BE49-F238E27FC236}">
                <a16:creationId xmlns:a16="http://schemas.microsoft.com/office/drawing/2014/main" id="{56920F0F-2255-3CDA-AAB8-CCE3D01FC52F}"/>
              </a:ext>
            </a:extLst>
          </p:cNvPr>
          <p:cNvGrpSpPr>
            <a:grpSpLocks/>
          </p:cNvGrpSpPr>
          <p:nvPr/>
        </p:nvGrpSpPr>
        <p:grpSpPr bwMode="auto">
          <a:xfrm>
            <a:off x="2628218" y="2125658"/>
            <a:ext cx="1135922" cy="455171"/>
            <a:chOff x="1536" y="1504"/>
            <a:chExt cx="768" cy="439"/>
          </a:xfrm>
        </p:grpSpPr>
        <p:sp>
          <p:nvSpPr>
            <p:cNvPr id="169" name="Line 93">
              <a:extLst>
                <a:ext uri="{FF2B5EF4-FFF2-40B4-BE49-F238E27FC236}">
                  <a16:creationId xmlns:a16="http://schemas.microsoft.com/office/drawing/2014/main" id="{C0D2FF99-C5C8-29D4-D527-E028E2E07C0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36" y="1776"/>
              <a:ext cx="768" cy="0"/>
            </a:xfrm>
            <a:prstGeom prst="line">
              <a:avLst/>
            </a:prstGeom>
            <a:noFill/>
            <a:ln w="9525">
              <a:solidFill>
                <a:srgbClr val="FFFF66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0" name="Text Box 94">
              <a:extLst>
                <a:ext uri="{FF2B5EF4-FFF2-40B4-BE49-F238E27FC236}">
                  <a16:creationId xmlns:a16="http://schemas.microsoft.com/office/drawing/2014/main" id="{8AB92679-D0C3-9A95-300D-CF1EA907795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26" y="1504"/>
              <a:ext cx="192" cy="4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华文中宋" pitchFamily="2" charset="-12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华文中宋" pitchFamily="2" charset="-12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华文中宋" pitchFamily="2" charset="-12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华文中宋" pitchFamily="2" charset="-12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华文中宋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华文中宋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华文中宋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华文中宋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华文中宋" pitchFamily="2" charset="-122"/>
                </a:defRPr>
              </a:lvl9pPr>
            </a:lstStyle>
            <a:p>
              <a:pPr algn="ctr" eaLnBrk="1" hangingPunct="1"/>
              <a:r>
                <a:rPr lang="en-US" altLang="zh-CN">
                  <a:solidFill>
                    <a:srgbClr val="FFFF66"/>
                  </a:solidFill>
                  <a:ea typeface="宋体" pitchFamily="2" charset="-122"/>
                  <a:cs typeface="Times New Roman" pitchFamily="18" charset="0"/>
                </a:rPr>
                <a:t>r</a:t>
              </a:r>
            </a:p>
          </p:txBody>
        </p:sp>
      </p:grpSp>
      <p:graphicFrame>
        <p:nvGraphicFramePr>
          <p:cNvPr id="171" name="Object 1047">
            <a:extLst>
              <a:ext uri="{FF2B5EF4-FFF2-40B4-BE49-F238E27FC236}">
                <a16:creationId xmlns:a16="http://schemas.microsoft.com/office/drawing/2014/main" id="{8160CB62-185F-BC4E-2962-0598DD13FB3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62097483"/>
              </p:ext>
            </p:extLst>
          </p:nvPr>
        </p:nvGraphicFramePr>
        <p:xfrm>
          <a:off x="5354365" y="2555579"/>
          <a:ext cx="3394099" cy="54480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83" name="Equation" r:id="rId33" imgW="2260440" imgH="317160" progId="Equation.DSMT4">
                  <p:embed/>
                </p:oleObj>
              </mc:Choice>
              <mc:Fallback>
                <p:oleObj name="Equation" r:id="rId33" imgW="2260440" imgH="317160" progId="Equation.DSMT4">
                  <p:embed/>
                  <p:pic>
                    <p:nvPicPr>
                      <p:cNvPr id="103447" name="Object 104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54365" y="2555579"/>
                        <a:ext cx="3394099" cy="54480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259928036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utoUpdateAnimBg="0"/>
      <p:bldP spid="7" grpId="0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Box 34">
            <a:extLst>
              <a:ext uri="{FF2B5EF4-FFF2-40B4-BE49-F238E27FC236}">
                <a16:creationId xmlns:a16="http://schemas.microsoft.com/office/drawing/2014/main" id="{295F35C4-D5B7-B0DA-671F-3459D18EA499}"/>
              </a:ext>
            </a:extLst>
          </p:cNvPr>
          <p:cNvSpPr txBox="1"/>
          <p:nvPr/>
        </p:nvSpPr>
        <p:spPr>
          <a:xfrm>
            <a:off x="1234359" y="33448"/>
            <a:ext cx="4425201" cy="46134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sz="2398" b="1" dirty="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电势的计算</a:t>
            </a:r>
            <a:endParaRPr lang="zh-CN" altLang="en-US" sz="2398" b="1" dirty="0">
              <a:solidFill>
                <a:srgbClr val="CC0000"/>
              </a:solidFill>
              <a:latin typeface="宋体" panose="02010600030101010101" pitchFamily="2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75EB2B1-4471-22AB-27CC-BD31363C1899}"/>
              </a:ext>
            </a:extLst>
          </p:cNvPr>
          <p:cNvSpPr/>
          <p:nvPr/>
        </p:nvSpPr>
        <p:spPr>
          <a:xfrm>
            <a:off x="2822" y="542492"/>
            <a:ext cx="9138356" cy="90794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2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8479B90-7223-3B00-0070-0F00CF710EA9}"/>
              </a:ext>
            </a:extLst>
          </p:cNvPr>
          <p:cNvSpPr/>
          <p:nvPr/>
        </p:nvSpPr>
        <p:spPr>
          <a:xfrm flipV="1">
            <a:off x="8770" y="448474"/>
            <a:ext cx="9131296" cy="52969"/>
          </a:xfrm>
          <a:prstGeom prst="rect">
            <a:avLst/>
          </a:prstGeom>
          <a:solidFill>
            <a:srgbClr val="A86E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2" dirty="0"/>
          </a:p>
        </p:txBody>
      </p:sp>
      <p:sp>
        <p:nvSpPr>
          <p:cNvPr id="22" name="Text Box 4">
            <a:extLst>
              <a:ext uri="{FF2B5EF4-FFF2-40B4-BE49-F238E27FC236}">
                <a16:creationId xmlns:a16="http://schemas.microsoft.com/office/drawing/2014/main" id="{38AC9010-FCAB-210C-8F5F-5FED428F8F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2910" y="1244015"/>
            <a:ext cx="201689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itchFamily="18" charset="0"/>
                <a:ea typeface="华文中宋" pitchFamily="2" charset="-12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itchFamily="18" charset="0"/>
                <a:ea typeface="华文中宋" pitchFamily="2" charset="-12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itchFamily="18" charset="0"/>
                <a:ea typeface="华文中宋" pitchFamily="2" charset="-12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itchFamily="18" charset="0"/>
                <a:ea typeface="华文中宋" pitchFamily="2" charset="-12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itchFamily="18" charset="0"/>
                <a:ea typeface="华文中宋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itchFamily="18" charset="0"/>
                <a:ea typeface="华文中宋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itchFamily="18" charset="0"/>
                <a:ea typeface="华文中宋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itchFamily="18" charset="0"/>
                <a:ea typeface="华文中宋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itchFamily="18" charset="0"/>
                <a:ea typeface="华文中宋" pitchFamily="2" charset="-122"/>
              </a:defRPr>
            </a:lvl9pPr>
          </a:lstStyle>
          <a:p>
            <a:r>
              <a:rPr kumimoji="0" lang="en-US" altLang="zh-CN" sz="1800" b="1">
                <a:latin typeface="华文中宋" pitchFamily="2" charset="-122"/>
              </a:rPr>
              <a:t>1</a:t>
            </a:r>
            <a:r>
              <a:rPr kumimoji="0" lang="zh-CN" altLang="en-US" sz="1800" b="1">
                <a:latin typeface="华文中宋" pitchFamily="2" charset="-122"/>
              </a:rPr>
              <a:t>）点电荷的电势 </a:t>
            </a:r>
          </a:p>
        </p:txBody>
      </p:sp>
      <p:graphicFrame>
        <p:nvGraphicFramePr>
          <p:cNvPr id="23" name="Object 5">
            <a:extLst>
              <a:ext uri="{FF2B5EF4-FFF2-40B4-BE49-F238E27FC236}">
                <a16:creationId xmlns:a16="http://schemas.microsoft.com/office/drawing/2014/main" id="{C956C573-49FD-2CB0-0B92-3C311311040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74662252"/>
              </p:ext>
            </p:extLst>
          </p:nvPr>
        </p:nvGraphicFramePr>
        <p:xfrm>
          <a:off x="1327824" y="1716541"/>
          <a:ext cx="6224513" cy="8114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33" name="Equation" r:id="rId4" imgW="3377880" imgH="431640" progId="Equation.DSMT4">
                  <p:embed/>
                </p:oleObj>
              </mc:Choice>
              <mc:Fallback>
                <p:oleObj name="Equation" r:id="rId4" imgW="3377880" imgH="431640" progId="Equation.DSMT4">
                  <p:embed/>
                  <p:pic>
                    <p:nvPicPr>
                      <p:cNvPr id="55301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27824" y="1716541"/>
                        <a:ext cx="6224513" cy="81146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Text Box 6">
            <a:extLst>
              <a:ext uri="{FF2B5EF4-FFF2-40B4-BE49-F238E27FC236}">
                <a16:creationId xmlns:a16="http://schemas.microsoft.com/office/drawing/2014/main" id="{BAAD4577-162E-BBA9-4940-EBDA684EB2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6606" y="2503696"/>
            <a:ext cx="326866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itchFamily="18" charset="0"/>
                <a:ea typeface="华文中宋" pitchFamily="2" charset="-12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itchFamily="18" charset="0"/>
                <a:ea typeface="华文中宋" pitchFamily="2" charset="-12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itchFamily="18" charset="0"/>
                <a:ea typeface="华文中宋" pitchFamily="2" charset="-12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itchFamily="18" charset="0"/>
                <a:ea typeface="华文中宋" pitchFamily="2" charset="-12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itchFamily="18" charset="0"/>
                <a:ea typeface="华文中宋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itchFamily="18" charset="0"/>
                <a:ea typeface="华文中宋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itchFamily="18" charset="0"/>
                <a:ea typeface="华文中宋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itchFamily="18" charset="0"/>
                <a:ea typeface="华文中宋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itchFamily="18" charset="0"/>
                <a:ea typeface="华文中宋" pitchFamily="2" charset="-122"/>
              </a:defRPr>
            </a:lvl9pPr>
          </a:lstStyle>
          <a:p>
            <a:r>
              <a:rPr kumimoji="0" lang="en-US" altLang="zh-CN" sz="1800" b="1" dirty="0">
                <a:latin typeface="华文中宋" pitchFamily="2" charset="-122"/>
              </a:rPr>
              <a:t>2</a:t>
            </a:r>
            <a:r>
              <a:rPr kumimoji="0" lang="zh-CN" altLang="en-US" sz="1800" b="1" dirty="0">
                <a:latin typeface="华文中宋" pitchFamily="2" charset="-122"/>
              </a:rPr>
              <a:t>） 点电荷系的电势</a:t>
            </a:r>
          </a:p>
        </p:txBody>
      </p:sp>
      <p:graphicFrame>
        <p:nvGraphicFramePr>
          <p:cNvPr id="25" name="Object 8">
            <a:extLst>
              <a:ext uri="{FF2B5EF4-FFF2-40B4-BE49-F238E27FC236}">
                <a16:creationId xmlns:a16="http://schemas.microsoft.com/office/drawing/2014/main" id="{69C0F898-970B-1067-18E8-9DB41EE5D52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57702809"/>
              </p:ext>
            </p:extLst>
          </p:nvPr>
        </p:nvGraphicFramePr>
        <p:xfrm>
          <a:off x="2295753" y="3626374"/>
          <a:ext cx="3145159" cy="7137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34" name="Equation" r:id="rId6" imgW="1612800" imgH="444240" progId="Equation.DSMT4">
                  <p:embed/>
                </p:oleObj>
              </mc:Choice>
              <mc:Fallback>
                <p:oleObj name="Equation" r:id="rId6" imgW="1612800" imgH="444240" progId="Equation.DSMT4">
                  <p:embed/>
                  <p:pic>
                    <p:nvPicPr>
                      <p:cNvPr id="55304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95753" y="3626374"/>
                        <a:ext cx="3145159" cy="71373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Text Box 9">
            <a:extLst>
              <a:ext uri="{FF2B5EF4-FFF2-40B4-BE49-F238E27FC236}">
                <a16:creationId xmlns:a16="http://schemas.microsoft.com/office/drawing/2014/main" id="{AD882469-1375-3C80-139A-6368A5AE30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22806" y="3832782"/>
            <a:ext cx="156966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itchFamily="18" charset="0"/>
                <a:ea typeface="华文中宋" pitchFamily="2" charset="-12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itchFamily="18" charset="0"/>
                <a:ea typeface="华文中宋" pitchFamily="2" charset="-12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itchFamily="18" charset="0"/>
                <a:ea typeface="华文中宋" pitchFamily="2" charset="-12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itchFamily="18" charset="0"/>
                <a:ea typeface="华文中宋" pitchFamily="2" charset="-12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itchFamily="18" charset="0"/>
                <a:ea typeface="华文中宋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itchFamily="18" charset="0"/>
                <a:ea typeface="华文中宋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itchFamily="18" charset="0"/>
                <a:ea typeface="华文中宋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itchFamily="18" charset="0"/>
                <a:ea typeface="华文中宋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itchFamily="18" charset="0"/>
                <a:ea typeface="华文中宋" pitchFamily="2" charset="-122"/>
              </a:defRPr>
            </a:lvl9pPr>
          </a:lstStyle>
          <a:p>
            <a:r>
              <a:rPr kumimoji="0" lang="en-US" altLang="zh-CN" sz="1800" b="1" dirty="0">
                <a:latin typeface="华文中宋" pitchFamily="2" charset="-122"/>
              </a:rPr>
              <a:t>——</a:t>
            </a:r>
            <a:r>
              <a:rPr kumimoji="0" lang="zh-CN" altLang="en-US" sz="1800" b="1" dirty="0">
                <a:latin typeface="华文中宋" pitchFamily="2" charset="-122"/>
              </a:rPr>
              <a:t>是矢量和</a:t>
            </a:r>
          </a:p>
        </p:txBody>
      </p:sp>
      <p:graphicFrame>
        <p:nvGraphicFramePr>
          <p:cNvPr id="27" name="Object 15">
            <a:extLst>
              <a:ext uri="{FF2B5EF4-FFF2-40B4-BE49-F238E27FC236}">
                <a16:creationId xmlns:a16="http://schemas.microsoft.com/office/drawing/2014/main" id="{C67972C5-1E88-A39D-56D7-42F86A01444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50718084"/>
              </p:ext>
            </p:extLst>
          </p:nvPr>
        </p:nvGraphicFramePr>
        <p:xfrm>
          <a:off x="2079729" y="2752662"/>
          <a:ext cx="2265883" cy="8367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35" name="Equation" r:id="rId8" imgW="952200" imgH="444240" progId="Equation.DSMT4">
                  <p:embed/>
                </p:oleObj>
              </mc:Choice>
              <mc:Fallback>
                <p:oleObj name="Equation" r:id="rId8" imgW="952200" imgH="444240" progId="Equation.DSMT4">
                  <p:embed/>
                  <p:pic>
                    <p:nvPicPr>
                      <p:cNvPr id="55311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79729" y="2752662"/>
                        <a:ext cx="2265883" cy="83677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Text Box 16">
            <a:extLst>
              <a:ext uri="{FF2B5EF4-FFF2-40B4-BE49-F238E27FC236}">
                <a16:creationId xmlns:a16="http://schemas.microsoft.com/office/drawing/2014/main" id="{F94138C3-5B42-BA03-61AA-AB92C1D32D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11693" y="2968686"/>
            <a:ext cx="156966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itchFamily="18" charset="0"/>
                <a:ea typeface="华文中宋" pitchFamily="2" charset="-12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itchFamily="18" charset="0"/>
                <a:ea typeface="华文中宋" pitchFamily="2" charset="-12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itchFamily="18" charset="0"/>
                <a:ea typeface="华文中宋" pitchFamily="2" charset="-12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itchFamily="18" charset="0"/>
                <a:ea typeface="华文中宋" pitchFamily="2" charset="-12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itchFamily="18" charset="0"/>
                <a:ea typeface="华文中宋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itchFamily="18" charset="0"/>
                <a:ea typeface="华文中宋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itchFamily="18" charset="0"/>
                <a:ea typeface="华文中宋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itchFamily="18" charset="0"/>
                <a:ea typeface="华文中宋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itchFamily="18" charset="0"/>
                <a:ea typeface="华文中宋" pitchFamily="2" charset="-122"/>
              </a:defRPr>
            </a:lvl9pPr>
          </a:lstStyle>
          <a:p>
            <a:r>
              <a:rPr kumimoji="0" lang="en-US" altLang="zh-CN" sz="1800" b="1" dirty="0">
                <a:latin typeface="华文中宋" pitchFamily="2" charset="-122"/>
              </a:rPr>
              <a:t>──</a:t>
            </a:r>
            <a:r>
              <a:rPr kumimoji="0" lang="zh-CN" altLang="en-US" sz="1800" b="1" dirty="0">
                <a:latin typeface="华文中宋" pitchFamily="2" charset="-122"/>
              </a:rPr>
              <a:t>是标量和</a:t>
            </a:r>
          </a:p>
        </p:txBody>
      </p:sp>
      <p:sp>
        <p:nvSpPr>
          <p:cNvPr id="29" name="Text Box 13">
            <a:extLst>
              <a:ext uri="{FF2B5EF4-FFF2-40B4-BE49-F238E27FC236}">
                <a16:creationId xmlns:a16="http://schemas.microsoft.com/office/drawing/2014/main" id="{6EFB4638-D753-7EF7-9A1F-5B68F662ED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5320" y="630611"/>
            <a:ext cx="292735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itchFamily="18" charset="0"/>
                <a:ea typeface="华文中宋" pitchFamily="2" charset="-12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itchFamily="18" charset="0"/>
                <a:ea typeface="华文中宋" pitchFamily="2" charset="-12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itchFamily="18" charset="0"/>
                <a:ea typeface="华文中宋" pitchFamily="2" charset="-12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itchFamily="18" charset="0"/>
                <a:ea typeface="华文中宋" pitchFamily="2" charset="-12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itchFamily="18" charset="0"/>
                <a:ea typeface="华文中宋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itchFamily="18" charset="0"/>
                <a:ea typeface="华文中宋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itchFamily="18" charset="0"/>
                <a:ea typeface="华文中宋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itchFamily="18" charset="0"/>
                <a:ea typeface="华文中宋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itchFamily="18" charset="0"/>
                <a:ea typeface="华文中宋" pitchFamily="2" charset="-122"/>
              </a:defRPr>
            </a:lvl9pPr>
          </a:lstStyle>
          <a:p>
            <a:r>
              <a:rPr kumimoji="0" lang="en-US" altLang="zh-CN" dirty="0">
                <a:latin typeface="华文中宋" pitchFamily="2" charset="-122"/>
              </a:rPr>
              <a:t> </a:t>
            </a:r>
            <a:r>
              <a:rPr kumimoji="0" lang="en-US" altLang="zh-CN" sz="1800" b="1" dirty="0">
                <a:solidFill>
                  <a:srgbClr val="0000FF"/>
                </a:solidFill>
                <a:latin typeface="华文中宋" pitchFamily="2" charset="-122"/>
              </a:rPr>
              <a:t>1</a:t>
            </a:r>
            <a:r>
              <a:rPr kumimoji="0" lang="zh-CN" altLang="en-US" sz="1800" b="1" dirty="0">
                <a:solidFill>
                  <a:srgbClr val="0000FF"/>
                </a:solidFill>
                <a:latin typeface="华文中宋" pitchFamily="2" charset="-122"/>
              </a:rPr>
              <a:t>、叠加法</a:t>
            </a:r>
            <a:r>
              <a:rPr kumimoji="0" lang="zh-CN" altLang="en-US" sz="1800" dirty="0">
                <a:latin typeface="华文中宋" pitchFamily="2" charset="-122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085588456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utoUpdateAnimBg="0"/>
      <p:bldP spid="24" grpId="0" autoUpdateAnimBg="0"/>
      <p:bldP spid="26" grpId="0"/>
      <p:bldP spid="28" grpId="0"/>
      <p:bldP spid="29" grpId="0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Box 34">
            <a:extLst>
              <a:ext uri="{FF2B5EF4-FFF2-40B4-BE49-F238E27FC236}">
                <a16:creationId xmlns:a16="http://schemas.microsoft.com/office/drawing/2014/main" id="{295F35C4-D5B7-B0DA-671F-3459D18EA499}"/>
              </a:ext>
            </a:extLst>
          </p:cNvPr>
          <p:cNvSpPr txBox="1"/>
          <p:nvPr/>
        </p:nvSpPr>
        <p:spPr>
          <a:xfrm>
            <a:off x="1234359" y="33448"/>
            <a:ext cx="4425201" cy="46134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sz="2398" b="1" dirty="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电势的计算</a:t>
            </a:r>
            <a:endParaRPr lang="zh-CN" altLang="en-US" sz="2398" b="1" dirty="0">
              <a:solidFill>
                <a:srgbClr val="CC0000"/>
              </a:solidFill>
              <a:latin typeface="宋体" panose="02010600030101010101" pitchFamily="2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75EB2B1-4471-22AB-27CC-BD31363C1899}"/>
              </a:ext>
            </a:extLst>
          </p:cNvPr>
          <p:cNvSpPr/>
          <p:nvPr/>
        </p:nvSpPr>
        <p:spPr>
          <a:xfrm>
            <a:off x="2822" y="542492"/>
            <a:ext cx="9138356" cy="90794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2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8479B90-7223-3B00-0070-0F00CF710EA9}"/>
              </a:ext>
            </a:extLst>
          </p:cNvPr>
          <p:cNvSpPr/>
          <p:nvPr/>
        </p:nvSpPr>
        <p:spPr>
          <a:xfrm flipV="1">
            <a:off x="8770" y="448474"/>
            <a:ext cx="9131296" cy="52969"/>
          </a:xfrm>
          <a:prstGeom prst="rect">
            <a:avLst/>
          </a:prstGeom>
          <a:solidFill>
            <a:srgbClr val="A86E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2" dirty="0"/>
          </a:p>
        </p:txBody>
      </p:sp>
      <p:sp>
        <p:nvSpPr>
          <p:cNvPr id="3" name="Text Box 2">
            <a:extLst>
              <a:ext uri="{FF2B5EF4-FFF2-40B4-BE49-F238E27FC236}">
                <a16:creationId xmlns:a16="http://schemas.microsoft.com/office/drawing/2014/main" id="{F1506ABC-CD94-7C18-12F3-40E6BADDBE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6728" y="800147"/>
            <a:ext cx="340189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itchFamily="18" charset="0"/>
                <a:ea typeface="华文中宋" pitchFamily="2" charset="-12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itchFamily="18" charset="0"/>
                <a:ea typeface="华文中宋" pitchFamily="2" charset="-12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itchFamily="18" charset="0"/>
                <a:ea typeface="华文中宋" pitchFamily="2" charset="-12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itchFamily="18" charset="0"/>
                <a:ea typeface="华文中宋" pitchFamily="2" charset="-12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itchFamily="18" charset="0"/>
                <a:ea typeface="华文中宋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itchFamily="18" charset="0"/>
                <a:ea typeface="华文中宋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itchFamily="18" charset="0"/>
                <a:ea typeface="华文中宋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itchFamily="18" charset="0"/>
                <a:ea typeface="华文中宋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itchFamily="18" charset="0"/>
                <a:ea typeface="华文中宋" pitchFamily="2" charset="-122"/>
              </a:defRPr>
            </a:lvl9pPr>
          </a:lstStyle>
          <a:p>
            <a:r>
              <a:rPr kumimoji="0" lang="en-US" altLang="zh-CN" sz="1800" b="1" dirty="0">
                <a:latin typeface="华文中宋" pitchFamily="2" charset="-122"/>
              </a:rPr>
              <a:t>3</a:t>
            </a:r>
            <a:r>
              <a:rPr kumimoji="0" lang="zh-CN" altLang="en-US" sz="1800" b="1" dirty="0">
                <a:latin typeface="华文中宋" pitchFamily="2" charset="-122"/>
              </a:rPr>
              <a:t>）有限大小连续带电体的电势 </a:t>
            </a:r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CF63DE5D-F04F-9CB3-8BBA-1C1D0703BBA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26525722"/>
              </p:ext>
            </p:extLst>
          </p:nvPr>
        </p:nvGraphicFramePr>
        <p:xfrm>
          <a:off x="4070119" y="1169479"/>
          <a:ext cx="1561529" cy="757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7" name="Equation" r:id="rId4" imgW="787320" imgH="431640" progId="Equation.DSMT4">
                  <p:embed/>
                </p:oleObj>
              </mc:Choice>
              <mc:Fallback>
                <p:oleObj name="Equation" r:id="rId4" imgW="787320" imgH="431640" progId="Equation.DSMT4">
                  <p:embed/>
                  <p:pic>
                    <p:nvPicPr>
                      <p:cNvPr id="56323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70119" y="1169479"/>
                        <a:ext cx="1561529" cy="75721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CE00AECF-3A14-3A07-F3DB-B5C4F9EE345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13323298"/>
              </p:ext>
            </p:extLst>
          </p:nvPr>
        </p:nvGraphicFramePr>
        <p:xfrm>
          <a:off x="593568" y="2196006"/>
          <a:ext cx="1725712" cy="6735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8" name="Equation" r:id="rId6" imgW="838080" imgH="431640" progId="Equation.DSMT4">
                  <p:embed/>
                </p:oleObj>
              </mc:Choice>
              <mc:Fallback>
                <p:oleObj name="Equation" r:id="rId6" imgW="838080" imgH="431640" progId="Equation.DSMT4">
                  <p:embed/>
                  <p:pic>
                    <p:nvPicPr>
                      <p:cNvPr id="56324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3568" y="2196006"/>
                        <a:ext cx="1725712" cy="67359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5">
            <a:extLst>
              <a:ext uri="{FF2B5EF4-FFF2-40B4-BE49-F238E27FC236}">
                <a16:creationId xmlns:a16="http://schemas.microsoft.com/office/drawing/2014/main" id="{7490B7C3-26AA-D9AB-ED3F-B79C3DF2163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50994371"/>
              </p:ext>
            </p:extLst>
          </p:nvPr>
        </p:nvGraphicFramePr>
        <p:xfrm>
          <a:off x="2553685" y="2123998"/>
          <a:ext cx="2429891" cy="3879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9" name="Equation" r:id="rId8" imgW="1206360" imgH="203040" progId="Equation.DSMT4">
                  <p:embed/>
                </p:oleObj>
              </mc:Choice>
              <mc:Fallback>
                <p:oleObj name="Equation" r:id="rId8" imgW="1206360" imgH="203040" progId="Equation.DSMT4">
                  <p:embed/>
                  <p:pic>
                    <p:nvPicPr>
                      <p:cNvPr id="56325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53685" y="2123998"/>
                        <a:ext cx="2429891" cy="38793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Box 6">
            <a:extLst>
              <a:ext uri="{FF2B5EF4-FFF2-40B4-BE49-F238E27FC236}">
                <a16:creationId xmlns:a16="http://schemas.microsoft.com/office/drawing/2014/main" id="{4E796221-9931-FA0A-12D4-D450FFBA52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0529" y="3060623"/>
            <a:ext cx="217487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itchFamily="18" charset="0"/>
                <a:ea typeface="华文中宋" pitchFamily="2" charset="-12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itchFamily="18" charset="0"/>
                <a:ea typeface="华文中宋" pitchFamily="2" charset="-12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itchFamily="18" charset="0"/>
                <a:ea typeface="华文中宋" pitchFamily="2" charset="-12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itchFamily="18" charset="0"/>
                <a:ea typeface="华文中宋" pitchFamily="2" charset="-12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itchFamily="18" charset="0"/>
                <a:ea typeface="华文中宋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itchFamily="18" charset="0"/>
                <a:ea typeface="华文中宋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itchFamily="18" charset="0"/>
                <a:ea typeface="华文中宋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itchFamily="18" charset="0"/>
                <a:ea typeface="华文中宋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itchFamily="18" charset="0"/>
                <a:ea typeface="华文中宋" pitchFamily="2" charset="-122"/>
              </a:defRPr>
            </a:lvl9pPr>
          </a:lstStyle>
          <a:p>
            <a:pPr eaLnBrk="1" hangingPunct="1"/>
            <a:r>
              <a:rPr lang="en-US" altLang="zh-CN" sz="1800" b="1" dirty="0">
                <a:solidFill>
                  <a:srgbClr val="0000FF"/>
                </a:solidFill>
                <a:latin typeface="华文中宋" pitchFamily="2" charset="-122"/>
              </a:rPr>
              <a:t>2</a:t>
            </a:r>
            <a:r>
              <a:rPr lang="zh-CN" altLang="en-US" sz="1800" b="1" dirty="0">
                <a:solidFill>
                  <a:srgbClr val="0000FF"/>
                </a:solidFill>
                <a:latin typeface="华文中宋" pitchFamily="2" charset="-122"/>
              </a:rPr>
              <a:t>、定义法</a:t>
            </a:r>
            <a:r>
              <a:rPr lang="zh-CN" altLang="en-US" sz="1800" b="1" dirty="0">
                <a:latin typeface="华文中宋" pitchFamily="2" charset="-122"/>
              </a:rPr>
              <a:t> </a:t>
            </a:r>
          </a:p>
        </p:txBody>
      </p:sp>
      <p:sp>
        <p:nvSpPr>
          <p:cNvPr id="9" name="Text Box 8">
            <a:extLst>
              <a:ext uri="{FF2B5EF4-FFF2-40B4-BE49-F238E27FC236}">
                <a16:creationId xmlns:a16="http://schemas.microsoft.com/office/drawing/2014/main" id="{2BFC8E94-6671-0D5E-A460-44C909E459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3929" y="4040507"/>
            <a:ext cx="488156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itchFamily="18" charset="0"/>
                <a:ea typeface="华文中宋" pitchFamily="2" charset="-12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itchFamily="18" charset="0"/>
                <a:ea typeface="华文中宋" pitchFamily="2" charset="-12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itchFamily="18" charset="0"/>
                <a:ea typeface="华文中宋" pitchFamily="2" charset="-12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itchFamily="18" charset="0"/>
                <a:ea typeface="华文中宋" pitchFamily="2" charset="-12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itchFamily="18" charset="0"/>
                <a:ea typeface="华文中宋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itchFamily="18" charset="0"/>
                <a:ea typeface="华文中宋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itchFamily="18" charset="0"/>
                <a:ea typeface="华文中宋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itchFamily="18" charset="0"/>
                <a:ea typeface="华文中宋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itchFamily="18" charset="0"/>
                <a:ea typeface="华文中宋" pitchFamily="2" charset="-122"/>
              </a:defRPr>
            </a:lvl9pPr>
          </a:lstStyle>
          <a:p>
            <a:pPr eaLnBrk="1" hangingPunct="1"/>
            <a:r>
              <a:rPr lang="zh-CN" altLang="en-US" sz="1800" b="1" dirty="0">
                <a:latin typeface="华文中宋" pitchFamily="2" charset="-122"/>
              </a:rPr>
              <a:t>直接用                          求电势 </a:t>
            </a:r>
          </a:p>
        </p:txBody>
      </p:sp>
      <p:graphicFrame>
        <p:nvGraphicFramePr>
          <p:cNvPr id="10" name="Object 9">
            <a:extLst>
              <a:ext uri="{FF2B5EF4-FFF2-40B4-BE49-F238E27FC236}">
                <a16:creationId xmlns:a16="http://schemas.microsoft.com/office/drawing/2014/main" id="{7D99F47A-F643-06EB-B5A6-C2C5C8537B3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69723254"/>
              </p:ext>
            </p:extLst>
          </p:nvPr>
        </p:nvGraphicFramePr>
        <p:xfrm>
          <a:off x="1815224" y="3936977"/>
          <a:ext cx="1800200" cy="6168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0" name="Equation" r:id="rId10" imgW="914400" imgH="330120" progId="Equation.DSMT4">
                  <p:embed/>
                </p:oleObj>
              </mc:Choice>
              <mc:Fallback>
                <p:oleObj name="Equation" r:id="rId10" imgW="914400" imgH="330120" progId="Equation.DSMT4">
                  <p:embed/>
                  <p:pic>
                    <p:nvPicPr>
                      <p:cNvPr id="56329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15224" y="3936977"/>
                        <a:ext cx="1800200" cy="61687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 Box 10">
            <a:extLst>
              <a:ext uri="{FF2B5EF4-FFF2-40B4-BE49-F238E27FC236}">
                <a16:creationId xmlns:a16="http://schemas.microsoft.com/office/drawing/2014/main" id="{B1C3A8D9-E774-AD65-07A2-AC60F3119D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6617" y="3516632"/>
            <a:ext cx="684053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itchFamily="18" charset="0"/>
                <a:ea typeface="华文中宋" pitchFamily="2" charset="-12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itchFamily="18" charset="0"/>
                <a:ea typeface="华文中宋" pitchFamily="2" charset="-12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itchFamily="18" charset="0"/>
                <a:ea typeface="华文中宋" pitchFamily="2" charset="-12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itchFamily="18" charset="0"/>
                <a:ea typeface="华文中宋" pitchFamily="2" charset="-12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itchFamily="18" charset="0"/>
                <a:ea typeface="华文中宋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itchFamily="18" charset="0"/>
                <a:ea typeface="华文中宋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itchFamily="18" charset="0"/>
                <a:ea typeface="华文中宋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itchFamily="18" charset="0"/>
                <a:ea typeface="华文中宋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itchFamily="18" charset="0"/>
                <a:ea typeface="华文中宋" pitchFamily="2" charset="-122"/>
              </a:defRPr>
            </a:lvl9pPr>
          </a:lstStyle>
          <a:p>
            <a:pPr eaLnBrk="1" hangingPunct="1"/>
            <a:r>
              <a:rPr lang="zh-CN" altLang="en-US" sz="1800" b="1" dirty="0">
                <a:latin typeface="华文中宋" pitchFamily="2" charset="-122"/>
              </a:rPr>
              <a:t>当场强函数已知或能用高斯定律很方便求出时，</a:t>
            </a:r>
          </a:p>
        </p:txBody>
      </p:sp>
      <p:graphicFrame>
        <p:nvGraphicFramePr>
          <p:cNvPr id="12" name="Object 2">
            <a:extLst>
              <a:ext uri="{FF2B5EF4-FFF2-40B4-BE49-F238E27FC236}">
                <a16:creationId xmlns:a16="http://schemas.microsoft.com/office/drawing/2014/main" id="{817023FD-8D95-87EB-57E6-400CDC67A14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05437914"/>
              </p:ext>
            </p:extLst>
          </p:nvPr>
        </p:nvGraphicFramePr>
        <p:xfrm>
          <a:off x="5454741" y="2196006"/>
          <a:ext cx="2841203" cy="7006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1" name="Equation" r:id="rId12" imgW="1600200" imgH="431640" progId="Equation.DSMT4">
                  <p:embed/>
                </p:oleObj>
              </mc:Choice>
              <mc:Fallback>
                <p:oleObj name="Equation" r:id="rId12" imgW="1600200" imgH="431640" progId="Equation.DSMT4">
                  <p:embed/>
                  <p:pic>
                    <p:nvPicPr>
                      <p:cNvPr id="277506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54741" y="2196006"/>
                        <a:ext cx="2841203" cy="70063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Line 3">
            <a:extLst>
              <a:ext uri="{FF2B5EF4-FFF2-40B4-BE49-F238E27FC236}">
                <a16:creationId xmlns:a16="http://schemas.microsoft.com/office/drawing/2014/main" id="{2F043468-9FB1-43A2-8A7B-BCDC78539792}"/>
              </a:ext>
            </a:extLst>
          </p:cNvPr>
          <p:cNvSpPr>
            <a:spLocks noChangeShapeType="1"/>
          </p:cNvSpPr>
          <p:nvPr/>
        </p:nvSpPr>
        <p:spPr bwMode="auto">
          <a:xfrm>
            <a:off x="2463967" y="2543892"/>
            <a:ext cx="280828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9633278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/>
      <p:bldP spid="8" grpId="0" autoUpdateAnimBg="0"/>
      <p:bldP spid="9" grpId="0"/>
      <p:bldP spid="11" grpId="0" autoUpdateAnimBg="0"/>
      <p:bldP spid="13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Box 34">
            <a:extLst>
              <a:ext uri="{FF2B5EF4-FFF2-40B4-BE49-F238E27FC236}">
                <a16:creationId xmlns:a16="http://schemas.microsoft.com/office/drawing/2014/main" id="{295F35C4-D5B7-B0DA-671F-3459D18EA499}"/>
              </a:ext>
            </a:extLst>
          </p:cNvPr>
          <p:cNvSpPr txBox="1"/>
          <p:nvPr/>
        </p:nvSpPr>
        <p:spPr>
          <a:xfrm>
            <a:off x="1234359" y="33448"/>
            <a:ext cx="4425201" cy="46134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sz="2398" b="1" dirty="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电势的计算</a:t>
            </a:r>
            <a:endParaRPr lang="zh-CN" altLang="en-US" sz="2398" b="1" dirty="0">
              <a:solidFill>
                <a:srgbClr val="CC0000"/>
              </a:solidFill>
              <a:latin typeface="宋体" panose="02010600030101010101" pitchFamily="2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75EB2B1-4471-22AB-27CC-BD31363C1899}"/>
              </a:ext>
            </a:extLst>
          </p:cNvPr>
          <p:cNvSpPr/>
          <p:nvPr/>
        </p:nvSpPr>
        <p:spPr>
          <a:xfrm>
            <a:off x="2822" y="542492"/>
            <a:ext cx="9138356" cy="90794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2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8479B90-7223-3B00-0070-0F00CF710EA9}"/>
              </a:ext>
            </a:extLst>
          </p:cNvPr>
          <p:cNvSpPr/>
          <p:nvPr/>
        </p:nvSpPr>
        <p:spPr>
          <a:xfrm flipV="1">
            <a:off x="8770" y="448474"/>
            <a:ext cx="9131296" cy="52969"/>
          </a:xfrm>
          <a:prstGeom prst="rect">
            <a:avLst/>
          </a:prstGeom>
          <a:solidFill>
            <a:srgbClr val="A86E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2" dirty="0"/>
          </a:p>
        </p:txBody>
      </p:sp>
      <p:sp>
        <p:nvSpPr>
          <p:cNvPr id="14" name="Text Box 1026">
            <a:extLst>
              <a:ext uri="{FF2B5EF4-FFF2-40B4-BE49-F238E27FC236}">
                <a16:creationId xmlns:a16="http://schemas.microsoft.com/office/drawing/2014/main" id="{BFA6D76E-5A6A-1F84-EECF-463E6ABBC8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6405" y="776533"/>
            <a:ext cx="82169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itchFamily="18" charset="0"/>
                <a:ea typeface="华文中宋" pitchFamily="2" charset="-12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itchFamily="18" charset="0"/>
                <a:ea typeface="华文中宋" pitchFamily="2" charset="-12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itchFamily="18" charset="0"/>
                <a:ea typeface="华文中宋" pitchFamily="2" charset="-12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itchFamily="18" charset="0"/>
                <a:ea typeface="华文中宋" pitchFamily="2" charset="-12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itchFamily="18" charset="0"/>
                <a:ea typeface="华文中宋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itchFamily="18" charset="0"/>
                <a:ea typeface="华文中宋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itchFamily="18" charset="0"/>
                <a:ea typeface="华文中宋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itchFamily="18" charset="0"/>
                <a:ea typeface="华文中宋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itchFamily="18" charset="0"/>
                <a:ea typeface="华文中宋" pitchFamily="2" charset="-122"/>
              </a:defRPr>
            </a:lvl9pPr>
          </a:lstStyle>
          <a:p>
            <a:r>
              <a:rPr kumimoji="0" lang="zh-CN" altLang="en-US" sz="1800" b="1" dirty="0">
                <a:solidFill>
                  <a:srgbClr val="0000FF"/>
                </a:solidFill>
              </a:rPr>
              <a:t>例  </a:t>
            </a:r>
            <a:r>
              <a:rPr kumimoji="0" lang="en-US" altLang="zh-CN" sz="1800" b="1" dirty="0">
                <a:solidFill>
                  <a:srgbClr val="0000FF"/>
                </a:solidFill>
              </a:rPr>
              <a:t>9.11</a:t>
            </a:r>
            <a:r>
              <a:rPr kumimoji="0" lang="zh-CN" altLang="en-US" sz="1800" b="1" dirty="0">
                <a:solidFill>
                  <a:srgbClr val="0000FF"/>
                </a:solidFill>
              </a:rPr>
              <a:t>   计算均匀带电</a:t>
            </a:r>
            <a:r>
              <a:rPr kumimoji="0" lang="zh-CN" altLang="en-US" sz="1800" b="1" dirty="0">
                <a:solidFill>
                  <a:srgbClr val="FF0000"/>
                </a:solidFill>
              </a:rPr>
              <a:t>球面</a:t>
            </a:r>
            <a:r>
              <a:rPr kumimoji="0" lang="zh-CN" altLang="en-US" sz="1800" b="1" dirty="0">
                <a:solidFill>
                  <a:srgbClr val="0000FF"/>
                </a:solidFill>
              </a:rPr>
              <a:t>电场中的电势分布。球半径为</a:t>
            </a:r>
            <a:r>
              <a:rPr kumimoji="0" lang="en-US" altLang="zh-CN" sz="1800" b="1" i="1" dirty="0">
                <a:solidFill>
                  <a:srgbClr val="0000FF"/>
                </a:solidFill>
              </a:rPr>
              <a:t>R</a:t>
            </a:r>
            <a:r>
              <a:rPr kumimoji="0" lang="zh-CN" altLang="en-US" sz="1800" b="1" dirty="0">
                <a:solidFill>
                  <a:srgbClr val="0000FF"/>
                </a:solidFill>
              </a:rPr>
              <a:t>、总电量为</a:t>
            </a:r>
            <a:r>
              <a:rPr kumimoji="0" lang="en-US" altLang="zh-CN" sz="1800" b="1" i="1" dirty="0">
                <a:solidFill>
                  <a:srgbClr val="0000FF"/>
                </a:solidFill>
              </a:rPr>
              <a:t>q</a:t>
            </a:r>
            <a:r>
              <a:rPr kumimoji="0" lang="zh-CN" altLang="en-US" sz="1800" b="1" dirty="0">
                <a:solidFill>
                  <a:srgbClr val="0000FF"/>
                </a:solidFill>
              </a:rPr>
              <a:t>。</a:t>
            </a:r>
          </a:p>
        </p:txBody>
      </p:sp>
      <p:sp>
        <p:nvSpPr>
          <p:cNvPr id="15" name="Text Box 1027">
            <a:extLst>
              <a:ext uri="{FF2B5EF4-FFF2-40B4-BE49-F238E27FC236}">
                <a16:creationId xmlns:a16="http://schemas.microsoft.com/office/drawing/2014/main" id="{9957D2FF-97F7-E71E-9911-EF8DE863E7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8241" y="1145865"/>
            <a:ext cx="49149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itchFamily="18" charset="0"/>
                <a:ea typeface="华文中宋" pitchFamily="2" charset="-12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itchFamily="18" charset="0"/>
                <a:ea typeface="华文中宋" pitchFamily="2" charset="-12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itchFamily="18" charset="0"/>
                <a:ea typeface="华文中宋" pitchFamily="2" charset="-12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itchFamily="18" charset="0"/>
                <a:ea typeface="华文中宋" pitchFamily="2" charset="-12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itchFamily="18" charset="0"/>
                <a:ea typeface="华文中宋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itchFamily="18" charset="0"/>
                <a:ea typeface="华文中宋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itchFamily="18" charset="0"/>
                <a:ea typeface="华文中宋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itchFamily="18" charset="0"/>
                <a:ea typeface="华文中宋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itchFamily="18" charset="0"/>
                <a:ea typeface="华文中宋" pitchFamily="2" charset="-122"/>
              </a:defRPr>
            </a:lvl9pPr>
          </a:lstStyle>
          <a:p>
            <a:r>
              <a:rPr kumimoji="0" lang="zh-CN" altLang="en-US" sz="1800" b="1" dirty="0">
                <a:solidFill>
                  <a:srgbClr val="FF0000"/>
                </a:solidFill>
                <a:latin typeface="华文中宋" pitchFamily="2" charset="-122"/>
              </a:rPr>
              <a:t>解：</a:t>
            </a:r>
            <a:r>
              <a:rPr kumimoji="0" lang="zh-CN" altLang="en-US" sz="1800" b="1" dirty="0">
                <a:latin typeface="华文中宋" pitchFamily="2" charset="-122"/>
              </a:rPr>
              <a:t>根据高斯定理求出电场的分布</a:t>
            </a:r>
          </a:p>
        </p:txBody>
      </p:sp>
      <p:sp>
        <p:nvSpPr>
          <p:cNvPr id="16" name="Text Box 1028">
            <a:extLst>
              <a:ext uri="{FF2B5EF4-FFF2-40B4-BE49-F238E27FC236}">
                <a16:creationId xmlns:a16="http://schemas.microsoft.com/office/drawing/2014/main" id="{9BE3EACD-7BF9-2EDE-E2E0-6F8FE59CE7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9081" y="1603065"/>
            <a:ext cx="187166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itchFamily="18" charset="0"/>
                <a:ea typeface="华文中宋" pitchFamily="2" charset="-12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itchFamily="18" charset="0"/>
                <a:ea typeface="华文中宋" pitchFamily="2" charset="-12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itchFamily="18" charset="0"/>
                <a:ea typeface="华文中宋" pitchFamily="2" charset="-12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itchFamily="18" charset="0"/>
                <a:ea typeface="华文中宋" pitchFamily="2" charset="-12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itchFamily="18" charset="0"/>
                <a:ea typeface="华文中宋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itchFamily="18" charset="0"/>
                <a:ea typeface="华文中宋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itchFamily="18" charset="0"/>
                <a:ea typeface="华文中宋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itchFamily="18" charset="0"/>
                <a:ea typeface="华文中宋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itchFamily="18" charset="0"/>
                <a:ea typeface="华文中宋" pitchFamily="2" charset="-122"/>
              </a:defRPr>
            </a:lvl9pPr>
          </a:lstStyle>
          <a:p>
            <a:r>
              <a:rPr kumimoji="0" lang="en-US" altLang="zh-CN" sz="1800" b="1" i="1" dirty="0">
                <a:cs typeface="Times New Roman" pitchFamily="18" charset="0"/>
              </a:rPr>
              <a:t>r</a:t>
            </a:r>
            <a:r>
              <a:rPr kumimoji="0" lang="en-US" altLang="zh-CN" sz="1800" b="1" dirty="0">
                <a:latin typeface="华文中宋" pitchFamily="2" charset="-122"/>
              </a:rPr>
              <a:t> &lt; </a:t>
            </a:r>
            <a:r>
              <a:rPr kumimoji="0" lang="en-US" altLang="zh-CN" sz="1800" b="1" i="1" dirty="0">
                <a:cs typeface="Times New Roman" pitchFamily="18" charset="0"/>
              </a:rPr>
              <a:t>R</a:t>
            </a:r>
          </a:p>
        </p:txBody>
      </p:sp>
      <p:sp>
        <p:nvSpPr>
          <p:cNvPr id="17" name="Text Box 1030">
            <a:extLst>
              <a:ext uri="{FF2B5EF4-FFF2-40B4-BE49-F238E27FC236}">
                <a16:creationId xmlns:a16="http://schemas.microsoft.com/office/drawing/2014/main" id="{86199B3B-8F5C-5CA3-5A65-2F34FAFDDE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9081" y="2072677"/>
            <a:ext cx="161766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itchFamily="18" charset="0"/>
                <a:ea typeface="华文中宋" pitchFamily="2" charset="-12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itchFamily="18" charset="0"/>
                <a:ea typeface="华文中宋" pitchFamily="2" charset="-12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itchFamily="18" charset="0"/>
                <a:ea typeface="华文中宋" pitchFamily="2" charset="-12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itchFamily="18" charset="0"/>
                <a:ea typeface="华文中宋" pitchFamily="2" charset="-12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itchFamily="18" charset="0"/>
                <a:ea typeface="华文中宋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itchFamily="18" charset="0"/>
                <a:ea typeface="华文中宋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itchFamily="18" charset="0"/>
                <a:ea typeface="华文中宋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itchFamily="18" charset="0"/>
                <a:ea typeface="华文中宋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itchFamily="18" charset="0"/>
                <a:ea typeface="华文中宋" pitchFamily="2" charset="-122"/>
              </a:defRPr>
            </a:lvl9pPr>
          </a:lstStyle>
          <a:p>
            <a:r>
              <a:rPr kumimoji="0" lang="en-US" altLang="zh-CN" sz="1800" b="1" i="1" dirty="0">
                <a:cs typeface="Times New Roman" pitchFamily="18" charset="0"/>
              </a:rPr>
              <a:t>r</a:t>
            </a:r>
            <a:r>
              <a:rPr kumimoji="0" lang="en-US" altLang="zh-CN" sz="1800" b="1" dirty="0">
                <a:latin typeface="华文中宋" pitchFamily="2" charset="-122"/>
              </a:rPr>
              <a:t> &gt; </a:t>
            </a:r>
            <a:r>
              <a:rPr kumimoji="0" lang="en-US" altLang="zh-CN" sz="1800" b="1" i="1" dirty="0">
                <a:cs typeface="Times New Roman" pitchFamily="18" charset="0"/>
              </a:rPr>
              <a:t>R</a:t>
            </a:r>
          </a:p>
        </p:txBody>
      </p:sp>
      <p:graphicFrame>
        <p:nvGraphicFramePr>
          <p:cNvPr id="18" name="Object 1031">
            <a:extLst>
              <a:ext uri="{FF2B5EF4-FFF2-40B4-BE49-F238E27FC236}">
                <a16:creationId xmlns:a16="http://schemas.microsoft.com/office/drawing/2014/main" id="{1514CE49-C2FB-14DE-1E4B-460B189A26F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35335972"/>
              </p:ext>
            </p:extLst>
          </p:nvPr>
        </p:nvGraphicFramePr>
        <p:xfrm>
          <a:off x="2838143" y="1876664"/>
          <a:ext cx="1490538" cy="7295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26" name="Equation" r:id="rId4" imgW="799920" imgH="431640" progId="Equation.DSMT4">
                  <p:embed/>
                </p:oleObj>
              </mc:Choice>
              <mc:Fallback>
                <p:oleObj name="Equation" r:id="rId4" imgW="799920" imgH="431640" progId="Equation.DSMT4">
                  <p:embed/>
                  <p:pic>
                    <p:nvPicPr>
                      <p:cNvPr id="106503" name="Object 10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38143" y="1876664"/>
                        <a:ext cx="1490538" cy="72955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1033">
            <a:extLst>
              <a:ext uri="{FF2B5EF4-FFF2-40B4-BE49-F238E27FC236}">
                <a16:creationId xmlns:a16="http://schemas.microsoft.com/office/drawing/2014/main" id="{18FB8864-26DA-548A-457C-8B3639D0D2B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00981001"/>
              </p:ext>
            </p:extLst>
          </p:nvPr>
        </p:nvGraphicFramePr>
        <p:xfrm>
          <a:off x="3355097" y="2514017"/>
          <a:ext cx="1549648" cy="5335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27" name="Equation" r:id="rId6" imgW="876240" imgH="330120" progId="Equation.DSMT4">
                  <p:embed/>
                </p:oleObj>
              </mc:Choice>
              <mc:Fallback>
                <p:oleObj name="Equation" r:id="rId6" imgW="876240" imgH="330120" progId="Equation.DSMT4">
                  <p:embed/>
                  <p:pic>
                    <p:nvPicPr>
                      <p:cNvPr id="106505" name="Object 10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5097" y="2514017"/>
                        <a:ext cx="1549648" cy="53358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Text Box 1034">
            <a:extLst>
              <a:ext uri="{FF2B5EF4-FFF2-40B4-BE49-F238E27FC236}">
                <a16:creationId xmlns:a16="http://schemas.microsoft.com/office/drawing/2014/main" id="{F6C9229E-2F1A-67C9-52C8-41716D903A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5693" y="2638612"/>
            <a:ext cx="216086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itchFamily="18" charset="0"/>
                <a:ea typeface="华文中宋" pitchFamily="2" charset="-12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itchFamily="18" charset="0"/>
                <a:ea typeface="华文中宋" pitchFamily="2" charset="-12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itchFamily="18" charset="0"/>
                <a:ea typeface="华文中宋" pitchFamily="2" charset="-12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itchFamily="18" charset="0"/>
                <a:ea typeface="华文中宋" pitchFamily="2" charset="-12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itchFamily="18" charset="0"/>
                <a:ea typeface="华文中宋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itchFamily="18" charset="0"/>
                <a:ea typeface="华文中宋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itchFamily="18" charset="0"/>
                <a:ea typeface="华文中宋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itchFamily="18" charset="0"/>
                <a:ea typeface="华文中宋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itchFamily="18" charset="0"/>
                <a:ea typeface="华文中宋" pitchFamily="2" charset="-122"/>
              </a:defRPr>
            </a:lvl9pPr>
          </a:lstStyle>
          <a:p>
            <a:r>
              <a:rPr kumimoji="0" lang="zh-CN" altLang="en-US" sz="1800" b="1" dirty="0"/>
              <a:t>设∞处的</a:t>
            </a:r>
            <a:r>
              <a:rPr kumimoji="0" lang="en-US" altLang="zh-CN" sz="1800" b="1" i="1" dirty="0"/>
              <a:t>U</a:t>
            </a:r>
            <a:r>
              <a:rPr kumimoji="0" lang="en-US" altLang="zh-CN" sz="1800" b="1" baseline="-25000" dirty="0"/>
              <a:t>∞</a:t>
            </a:r>
            <a:r>
              <a:rPr kumimoji="0" lang="zh-CN" altLang="en-US" sz="1800" b="1" dirty="0"/>
              <a:t>＝</a:t>
            </a:r>
            <a:r>
              <a:rPr kumimoji="0" lang="en-US" altLang="zh-CN" sz="1800" b="1" dirty="0"/>
              <a:t>0</a:t>
            </a:r>
            <a:r>
              <a:rPr kumimoji="0" lang="zh-CN" altLang="en-US" sz="1800" b="1" dirty="0"/>
              <a:t>时</a:t>
            </a:r>
            <a:endParaRPr kumimoji="0" lang="zh-CN" altLang="en-US" sz="1800" b="1" baseline="-25000" dirty="0"/>
          </a:p>
        </p:txBody>
      </p:sp>
      <p:graphicFrame>
        <p:nvGraphicFramePr>
          <p:cNvPr id="22" name="Object 1036">
            <a:extLst>
              <a:ext uri="{FF2B5EF4-FFF2-40B4-BE49-F238E27FC236}">
                <a16:creationId xmlns:a16="http://schemas.microsoft.com/office/drawing/2014/main" id="{0864BAC2-8FBE-A76C-5585-BF991E3C162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18874274"/>
              </p:ext>
            </p:extLst>
          </p:nvPr>
        </p:nvGraphicFramePr>
        <p:xfrm>
          <a:off x="3344282" y="2971534"/>
          <a:ext cx="4512791" cy="7378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28" name="Equation" r:id="rId8" imgW="2387520" imgH="431640" progId="Equation.DSMT4">
                  <p:embed/>
                </p:oleObj>
              </mc:Choice>
              <mc:Fallback>
                <p:oleObj name="Equation" r:id="rId8" imgW="2387520" imgH="431640" progId="Equation.DSMT4">
                  <p:embed/>
                  <p:pic>
                    <p:nvPicPr>
                      <p:cNvPr id="106508" name="Object 10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44282" y="2971534"/>
                        <a:ext cx="4512791" cy="73787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Text Box 1037">
            <a:extLst>
              <a:ext uri="{FF2B5EF4-FFF2-40B4-BE49-F238E27FC236}">
                <a16:creationId xmlns:a16="http://schemas.microsoft.com/office/drawing/2014/main" id="{34BFB749-707B-5868-A17C-E82F372563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95105" y="3090081"/>
            <a:ext cx="13335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itchFamily="18" charset="0"/>
                <a:ea typeface="华文中宋" pitchFamily="2" charset="-12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itchFamily="18" charset="0"/>
                <a:ea typeface="华文中宋" pitchFamily="2" charset="-12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itchFamily="18" charset="0"/>
                <a:ea typeface="华文中宋" pitchFamily="2" charset="-12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itchFamily="18" charset="0"/>
                <a:ea typeface="华文中宋" pitchFamily="2" charset="-12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itchFamily="18" charset="0"/>
                <a:ea typeface="华文中宋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itchFamily="18" charset="0"/>
                <a:ea typeface="华文中宋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itchFamily="18" charset="0"/>
                <a:ea typeface="华文中宋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itchFamily="18" charset="0"/>
                <a:ea typeface="华文中宋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itchFamily="18" charset="0"/>
                <a:ea typeface="华文中宋" pitchFamily="2" charset="-122"/>
              </a:defRPr>
            </a:lvl9pPr>
          </a:lstStyle>
          <a:p>
            <a:r>
              <a:rPr kumimoji="0" lang="en-US" altLang="zh-CN" sz="1800" b="1" i="1" dirty="0"/>
              <a:t>r</a:t>
            </a:r>
            <a:r>
              <a:rPr kumimoji="0" lang="zh-CN" altLang="en-US" sz="1800" b="1" dirty="0"/>
              <a:t>＞</a:t>
            </a:r>
            <a:r>
              <a:rPr kumimoji="0" lang="en-US" altLang="zh-CN" sz="1800" b="1" i="1" dirty="0"/>
              <a:t>R</a:t>
            </a:r>
            <a:r>
              <a:rPr kumimoji="0" lang="zh-CN" altLang="en-US" sz="1800" b="1" dirty="0"/>
              <a:t>时</a:t>
            </a:r>
          </a:p>
        </p:txBody>
      </p:sp>
      <p:graphicFrame>
        <p:nvGraphicFramePr>
          <p:cNvPr id="24" name="Object 1039">
            <a:extLst>
              <a:ext uri="{FF2B5EF4-FFF2-40B4-BE49-F238E27FC236}">
                <a16:creationId xmlns:a16="http://schemas.microsoft.com/office/drawing/2014/main" id="{1AC8ED36-DE42-2BAF-1575-E90FC13EE7D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84950493"/>
              </p:ext>
            </p:extLst>
          </p:nvPr>
        </p:nvGraphicFramePr>
        <p:xfrm>
          <a:off x="3320569" y="3666145"/>
          <a:ext cx="4248472" cy="691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29" name="Equation" r:id="rId10" imgW="2171520" imgH="431640" progId="Equation.DSMT4">
                  <p:embed/>
                </p:oleObj>
              </mc:Choice>
              <mc:Fallback>
                <p:oleObj name="Equation" r:id="rId10" imgW="2171520" imgH="431640" progId="Equation.DSMT4">
                  <p:embed/>
                  <p:pic>
                    <p:nvPicPr>
                      <p:cNvPr id="106511" name="Object 10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20569" y="3666145"/>
                        <a:ext cx="4248472" cy="691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Text Box 1040">
            <a:extLst>
              <a:ext uri="{FF2B5EF4-FFF2-40B4-BE49-F238E27FC236}">
                <a16:creationId xmlns:a16="http://schemas.microsoft.com/office/drawing/2014/main" id="{8174E52A-5A63-0213-27FB-3D99EBDE39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6055" y="3791558"/>
            <a:ext cx="13335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itchFamily="18" charset="0"/>
                <a:ea typeface="华文中宋" pitchFamily="2" charset="-12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itchFamily="18" charset="0"/>
                <a:ea typeface="华文中宋" pitchFamily="2" charset="-12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itchFamily="18" charset="0"/>
                <a:ea typeface="华文中宋" pitchFamily="2" charset="-12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itchFamily="18" charset="0"/>
                <a:ea typeface="华文中宋" pitchFamily="2" charset="-12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itchFamily="18" charset="0"/>
                <a:ea typeface="华文中宋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itchFamily="18" charset="0"/>
                <a:ea typeface="华文中宋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itchFamily="18" charset="0"/>
                <a:ea typeface="华文中宋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itchFamily="18" charset="0"/>
                <a:ea typeface="华文中宋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itchFamily="18" charset="0"/>
                <a:ea typeface="华文中宋" pitchFamily="2" charset="-122"/>
              </a:defRPr>
            </a:lvl9pPr>
          </a:lstStyle>
          <a:p>
            <a:r>
              <a:rPr kumimoji="0" lang="en-US" altLang="zh-CN" sz="1800" b="1" i="1" dirty="0"/>
              <a:t>r</a:t>
            </a:r>
            <a:r>
              <a:rPr kumimoji="0" lang="zh-CN" altLang="en-US" sz="1800" b="1" dirty="0"/>
              <a:t>＜</a:t>
            </a:r>
            <a:r>
              <a:rPr kumimoji="0" lang="en-US" altLang="zh-CN" sz="1800" b="1" i="1" dirty="0"/>
              <a:t>R</a:t>
            </a:r>
            <a:r>
              <a:rPr kumimoji="0" lang="zh-CN" altLang="en-US" sz="1800" b="1" dirty="0"/>
              <a:t>时</a:t>
            </a:r>
          </a:p>
        </p:txBody>
      </p:sp>
      <p:graphicFrame>
        <p:nvGraphicFramePr>
          <p:cNvPr id="26" name="Object 1042">
            <a:extLst>
              <a:ext uri="{FF2B5EF4-FFF2-40B4-BE49-F238E27FC236}">
                <a16:creationId xmlns:a16="http://schemas.microsoft.com/office/drawing/2014/main" id="{BCC4AC22-5331-0EA1-DCB6-FC2B4173D5B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75599955"/>
              </p:ext>
            </p:extLst>
          </p:nvPr>
        </p:nvGraphicFramePr>
        <p:xfrm>
          <a:off x="3320569" y="4242209"/>
          <a:ext cx="1728192" cy="7112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30" name="Equation" r:id="rId12" imgW="799920" imgH="431640" progId="Equation.DSMT4">
                  <p:embed/>
                </p:oleObj>
              </mc:Choice>
              <mc:Fallback>
                <p:oleObj name="Equation" r:id="rId12" imgW="799920" imgH="431640" progId="Equation.DSMT4">
                  <p:embed/>
                  <p:pic>
                    <p:nvPicPr>
                      <p:cNvPr id="106514" name="Object 10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20569" y="4242209"/>
                        <a:ext cx="1728192" cy="71124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Text Box 1043">
            <a:extLst>
              <a:ext uri="{FF2B5EF4-FFF2-40B4-BE49-F238E27FC236}">
                <a16:creationId xmlns:a16="http://schemas.microsoft.com/office/drawing/2014/main" id="{50416E17-FBD4-542A-0DFE-D1C779343E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6055" y="4376933"/>
            <a:ext cx="13335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itchFamily="18" charset="0"/>
                <a:ea typeface="华文中宋" pitchFamily="2" charset="-12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itchFamily="18" charset="0"/>
                <a:ea typeface="华文中宋" pitchFamily="2" charset="-12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itchFamily="18" charset="0"/>
                <a:ea typeface="华文中宋" pitchFamily="2" charset="-12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itchFamily="18" charset="0"/>
                <a:ea typeface="华文中宋" pitchFamily="2" charset="-12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itchFamily="18" charset="0"/>
                <a:ea typeface="华文中宋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itchFamily="18" charset="0"/>
                <a:ea typeface="华文中宋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itchFamily="18" charset="0"/>
                <a:ea typeface="华文中宋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itchFamily="18" charset="0"/>
                <a:ea typeface="华文中宋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itchFamily="18" charset="0"/>
                <a:ea typeface="华文中宋" pitchFamily="2" charset="-122"/>
              </a:defRPr>
            </a:lvl9pPr>
          </a:lstStyle>
          <a:p>
            <a:r>
              <a:rPr kumimoji="0" lang="en-US" altLang="zh-CN" sz="1800" b="1" i="1" dirty="0"/>
              <a:t>r</a:t>
            </a:r>
            <a:r>
              <a:rPr kumimoji="0" lang="zh-CN" altLang="en-US" sz="1800" b="1" dirty="0"/>
              <a:t>＝</a:t>
            </a:r>
            <a:r>
              <a:rPr kumimoji="0" lang="en-US" altLang="zh-CN" sz="1800" b="1" i="1" dirty="0"/>
              <a:t>R</a:t>
            </a:r>
            <a:r>
              <a:rPr kumimoji="0" lang="zh-CN" altLang="en-US" sz="1800" b="1" dirty="0"/>
              <a:t>时</a:t>
            </a:r>
          </a:p>
        </p:txBody>
      </p:sp>
      <p:grpSp>
        <p:nvGrpSpPr>
          <p:cNvPr id="28" name="Group 58">
            <a:extLst>
              <a:ext uri="{FF2B5EF4-FFF2-40B4-BE49-F238E27FC236}">
                <a16:creationId xmlns:a16="http://schemas.microsoft.com/office/drawing/2014/main" id="{BEAAA764-8D3C-40FF-E5AA-8CDE41789DDD}"/>
              </a:ext>
            </a:extLst>
          </p:cNvPr>
          <p:cNvGrpSpPr>
            <a:grpSpLocks/>
          </p:cNvGrpSpPr>
          <p:nvPr/>
        </p:nvGrpSpPr>
        <p:grpSpPr bwMode="auto">
          <a:xfrm>
            <a:off x="5934213" y="1585329"/>
            <a:ext cx="3074988" cy="928688"/>
            <a:chOff x="3456" y="663"/>
            <a:chExt cx="1937" cy="780"/>
          </a:xfrm>
        </p:grpSpPr>
        <p:graphicFrame>
          <p:nvGraphicFramePr>
            <p:cNvPr id="29" name="Object 1048">
              <a:extLst>
                <a:ext uri="{FF2B5EF4-FFF2-40B4-BE49-F238E27FC236}">
                  <a16:creationId xmlns:a16="http://schemas.microsoft.com/office/drawing/2014/main" id="{A968334B-F3FB-5B6E-9056-AF9422B5C14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193" y="1093"/>
            <a:ext cx="200" cy="20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331" name="公式" r:id="rId14" imgW="101520" imgH="101520" progId="Equation.3">
                    <p:embed/>
                  </p:oleObj>
                </mc:Choice>
                <mc:Fallback>
                  <p:oleObj name="公式" r:id="rId14" imgW="101520" imgH="101520" progId="Equation.3">
                    <p:embed/>
                    <p:pic>
                      <p:nvPicPr>
                        <p:cNvPr id="43016" name="Object 104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93" y="1093"/>
                          <a:ext cx="200" cy="20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30" name="Group 1050">
              <a:extLst>
                <a:ext uri="{FF2B5EF4-FFF2-40B4-BE49-F238E27FC236}">
                  <a16:creationId xmlns:a16="http://schemas.microsoft.com/office/drawing/2014/main" id="{AAC6C431-EB6F-FC28-9CF5-659272B6519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56" y="663"/>
              <a:ext cx="1902" cy="780"/>
              <a:chOff x="1344" y="2304"/>
              <a:chExt cx="2880" cy="1152"/>
            </a:xfrm>
          </p:grpSpPr>
          <p:sp>
            <p:nvSpPr>
              <p:cNvPr id="40" name="Oval 1051">
                <a:extLst>
                  <a:ext uri="{FF2B5EF4-FFF2-40B4-BE49-F238E27FC236}">
                    <a16:creationId xmlns:a16="http://schemas.microsoft.com/office/drawing/2014/main" id="{56CE173A-9CE9-9DDA-24C0-72C18F5D00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44" y="2304"/>
                <a:ext cx="1201" cy="1152"/>
              </a:xfrm>
              <a:prstGeom prst="ellipse">
                <a:avLst/>
              </a:prstGeom>
              <a:gradFill rotWithShape="0">
                <a:gsLst>
                  <a:gs pos="0">
                    <a:schemeClr val="hlink">
                      <a:gamma/>
                      <a:tint val="0"/>
                      <a:invGamma/>
                    </a:schemeClr>
                  </a:gs>
                  <a:gs pos="100000">
                    <a:schemeClr val="hlink"/>
                  </a:gs>
                </a:gsLst>
                <a:path path="shape">
                  <a:fillToRect l="50000" t="50000" r="50000" b="50000"/>
                </a:path>
              </a:gradFill>
              <a:ln w="9525">
                <a:solidFill>
                  <a:srgbClr val="666699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41" name="Line 1052">
                <a:extLst>
                  <a:ext uri="{FF2B5EF4-FFF2-40B4-BE49-F238E27FC236}">
                    <a16:creationId xmlns:a16="http://schemas.microsoft.com/office/drawing/2014/main" id="{44CD36EB-D75C-7640-6367-0833F1DA62A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44" y="2880"/>
                <a:ext cx="1680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2" name="Line 1053">
                <a:extLst>
                  <a:ext uri="{FF2B5EF4-FFF2-40B4-BE49-F238E27FC236}">
                    <a16:creationId xmlns:a16="http://schemas.microsoft.com/office/drawing/2014/main" id="{534EAA94-4321-E1FE-8328-BECC78FD806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20" y="2880"/>
                <a:ext cx="624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aphicFrame>
          <p:nvGraphicFramePr>
            <p:cNvPr id="31" name="Object 1054">
              <a:extLst>
                <a:ext uri="{FF2B5EF4-FFF2-40B4-BE49-F238E27FC236}">
                  <a16:creationId xmlns:a16="http://schemas.microsoft.com/office/drawing/2014/main" id="{7F3419C0-36F6-D6B2-FD4E-D69BEE5D0A6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972" y="780"/>
            <a:ext cx="269" cy="24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332" name="公式" r:id="rId16" imgW="139680" imgH="164880" progId="Equation.3">
                    <p:embed/>
                  </p:oleObj>
                </mc:Choice>
                <mc:Fallback>
                  <p:oleObj name="公式" r:id="rId16" imgW="139680" imgH="164880" progId="Equation.3">
                    <p:embed/>
                    <p:pic>
                      <p:nvPicPr>
                        <p:cNvPr id="43017" name="Object 105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72" y="780"/>
                          <a:ext cx="269" cy="24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2" name="Object 1055">
              <a:extLst>
                <a:ext uri="{FF2B5EF4-FFF2-40B4-BE49-F238E27FC236}">
                  <a16:creationId xmlns:a16="http://schemas.microsoft.com/office/drawing/2014/main" id="{9DA1DCA1-4FD6-473A-FC7A-50E2B09FE94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714" y="675"/>
            <a:ext cx="209" cy="21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333" name="公式" r:id="rId18" imgW="126720" imgH="126720" progId="Equation.3">
                    <p:embed/>
                  </p:oleObj>
                </mc:Choice>
                <mc:Fallback>
                  <p:oleObj name="公式" r:id="rId18" imgW="126720" imgH="126720" progId="Equation.3">
                    <p:embed/>
                    <p:pic>
                      <p:nvPicPr>
                        <p:cNvPr id="43018" name="Object 105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14" y="675"/>
                          <a:ext cx="209" cy="21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3" name="Object 1056">
              <a:extLst>
                <a:ext uri="{FF2B5EF4-FFF2-40B4-BE49-F238E27FC236}">
                  <a16:creationId xmlns:a16="http://schemas.microsoft.com/office/drawing/2014/main" id="{BC1D4CC1-F43F-7663-84F1-95ABCBB0326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558" y="802"/>
            <a:ext cx="204" cy="22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334" name="公式" r:id="rId20" imgW="152280" imgH="164880" progId="Equation.3">
                    <p:embed/>
                  </p:oleObj>
                </mc:Choice>
                <mc:Fallback>
                  <p:oleObj name="公式" r:id="rId20" imgW="152280" imgH="164880" progId="Equation.3">
                    <p:embed/>
                    <p:pic>
                      <p:nvPicPr>
                        <p:cNvPr id="43019" name="Object 105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58" y="802"/>
                          <a:ext cx="204" cy="22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4" name="Object 1057">
              <a:extLst>
                <a:ext uri="{FF2B5EF4-FFF2-40B4-BE49-F238E27FC236}">
                  <a16:creationId xmlns:a16="http://schemas.microsoft.com/office/drawing/2014/main" id="{08A3C3E8-32F1-C106-283C-71FDB762AA4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746" y="1026"/>
            <a:ext cx="177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335" name="公式" r:id="rId22" imgW="126720" imgH="139680" progId="Equation.3">
                    <p:embed/>
                  </p:oleObj>
                </mc:Choice>
                <mc:Fallback>
                  <p:oleObj name="公式" r:id="rId22" imgW="126720" imgH="139680" progId="Equation.3">
                    <p:embed/>
                    <p:pic>
                      <p:nvPicPr>
                        <p:cNvPr id="43020" name="Object 105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46" y="1026"/>
                          <a:ext cx="177" cy="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5" name="Object 1058">
              <a:extLst>
                <a:ext uri="{FF2B5EF4-FFF2-40B4-BE49-F238E27FC236}">
                  <a16:creationId xmlns:a16="http://schemas.microsoft.com/office/drawing/2014/main" id="{FFC70FBA-05FB-746D-D18E-72A8EE41674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502" y="1015"/>
            <a:ext cx="149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336" name="公式" r:id="rId24" imgW="101520" imgH="126720" progId="Equation.3">
                    <p:embed/>
                  </p:oleObj>
                </mc:Choice>
                <mc:Fallback>
                  <p:oleObj name="公式" r:id="rId24" imgW="101520" imgH="126720" progId="Equation.3">
                    <p:embed/>
                    <p:pic>
                      <p:nvPicPr>
                        <p:cNvPr id="43021" name="Object 105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02" y="1015"/>
                          <a:ext cx="149" cy="1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36" name="Group 1059">
              <a:extLst>
                <a:ext uri="{FF2B5EF4-FFF2-40B4-BE49-F238E27FC236}">
                  <a16:creationId xmlns:a16="http://schemas.microsoft.com/office/drawing/2014/main" id="{225FA928-952D-C0B5-5CD3-D6978DABB2F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065" y="1034"/>
              <a:ext cx="604" cy="38"/>
              <a:chOff x="2304" y="2832"/>
              <a:chExt cx="912" cy="48"/>
            </a:xfrm>
          </p:grpSpPr>
          <p:sp>
            <p:nvSpPr>
              <p:cNvPr id="38" name="Oval 1060">
                <a:extLst>
                  <a:ext uri="{FF2B5EF4-FFF2-40B4-BE49-F238E27FC236}">
                    <a16:creationId xmlns:a16="http://schemas.microsoft.com/office/drawing/2014/main" id="{BBD2AC08-87AD-05D3-0003-C5A774C998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68" y="2832"/>
                <a:ext cx="48" cy="48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9" name="Oval 1061">
                <a:extLst>
                  <a:ext uri="{FF2B5EF4-FFF2-40B4-BE49-F238E27FC236}">
                    <a16:creationId xmlns:a16="http://schemas.microsoft.com/office/drawing/2014/main" id="{CA9377B5-7AA8-333D-BE17-D25E53B8CB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04" y="2832"/>
                <a:ext cx="48" cy="48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37" name="Line 1062">
              <a:extLst>
                <a:ext uri="{FF2B5EF4-FFF2-40B4-BE49-F238E27FC236}">
                  <a16:creationId xmlns:a16="http://schemas.microsoft.com/office/drawing/2014/main" id="{8D26132C-3264-2FD0-27D3-D6D9D25D239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650" y="700"/>
              <a:ext cx="189" cy="33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aphicFrame>
        <p:nvGraphicFramePr>
          <p:cNvPr id="43" name="Object 59">
            <a:extLst>
              <a:ext uri="{FF2B5EF4-FFF2-40B4-BE49-F238E27FC236}">
                <a16:creationId xmlns:a16="http://schemas.microsoft.com/office/drawing/2014/main" id="{A8A12748-B5B5-174B-AAE4-3D3258A8DC2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92246404"/>
              </p:ext>
            </p:extLst>
          </p:nvPr>
        </p:nvGraphicFramePr>
        <p:xfrm>
          <a:off x="3176281" y="1620925"/>
          <a:ext cx="936625" cy="361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37" name="Equation" r:id="rId26" imgW="444240" imgH="228600" progId="Equation.DSMT4">
                  <p:embed/>
                </p:oleObj>
              </mc:Choice>
              <mc:Fallback>
                <p:oleObj name="Equation" r:id="rId26" imgW="444240" imgH="228600" progId="Equation.DSMT4">
                  <p:embed/>
                  <p:pic>
                    <p:nvPicPr>
                      <p:cNvPr id="60475" name="Object 5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76281" y="1620925"/>
                        <a:ext cx="936625" cy="361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" name="文本框 43">
            <a:extLst>
              <a:ext uri="{FF2B5EF4-FFF2-40B4-BE49-F238E27FC236}">
                <a16:creationId xmlns:a16="http://schemas.microsoft.com/office/drawing/2014/main" id="{0105673E-8F88-BFA1-09C7-429B95315BEF}"/>
              </a:ext>
            </a:extLst>
          </p:cNvPr>
          <p:cNvSpPr txBox="1"/>
          <p:nvPr/>
        </p:nvSpPr>
        <p:spPr>
          <a:xfrm>
            <a:off x="6343788" y="4592472"/>
            <a:ext cx="21655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0000FF"/>
                </a:solidFill>
                <a:latin typeface="Times New Roman" pitchFamily="18" charset="0"/>
                <a:ea typeface="华文中宋" pitchFamily="2" charset="-122"/>
              </a:rPr>
              <a:t>以及例</a:t>
            </a:r>
            <a:r>
              <a:rPr lang="en-US" altLang="zh-CN" b="1" dirty="0">
                <a:solidFill>
                  <a:srgbClr val="0000FF"/>
                </a:solidFill>
                <a:latin typeface="Times New Roman" pitchFamily="18" charset="0"/>
                <a:ea typeface="华文中宋" pitchFamily="2" charset="-122"/>
              </a:rPr>
              <a:t>9.12</a:t>
            </a:r>
            <a:endParaRPr lang="zh-CN" altLang="en-US" b="1" dirty="0">
              <a:solidFill>
                <a:srgbClr val="0000FF"/>
              </a:solidFill>
              <a:latin typeface="Times New Roman" pitchFamily="18" charset="0"/>
              <a:ea typeface="华文中宋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97609866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utoUpdateAnimBg="0"/>
      <p:bldP spid="16" grpId="0" autoUpdateAnimBg="0"/>
      <p:bldP spid="17" grpId="0"/>
      <p:bldP spid="20" grpId="0"/>
      <p:bldP spid="23" grpId="0" autoUpdateAnimBg="0"/>
      <p:bldP spid="25" grpId="0" autoUpdateAnimBg="0"/>
      <p:bldP spid="27" grpId="0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Box 34">
            <a:extLst>
              <a:ext uri="{FF2B5EF4-FFF2-40B4-BE49-F238E27FC236}">
                <a16:creationId xmlns:a16="http://schemas.microsoft.com/office/drawing/2014/main" id="{295F35C4-D5B7-B0DA-671F-3459D18EA499}"/>
              </a:ext>
            </a:extLst>
          </p:cNvPr>
          <p:cNvSpPr txBox="1"/>
          <p:nvPr/>
        </p:nvSpPr>
        <p:spPr>
          <a:xfrm>
            <a:off x="1234359" y="33448"/>
            <a:ext cx="4425201" cy="46134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sz="2398" b="1" dirty="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稳恒磁场</a:t>
            </a:r>
            <a:endParaRPr lang="zh-CN" altLang="en-US" sz="2398" b="1" dirty="0">
              <a:solidFill>
                <a:srgbClr val="CC0000"/>
              </a:solidFill>
              <a:latin typeface="宋体" panose="02010600030101010101" pitchFamily="2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75EB2B1-4471-22AB-27CC-BD31363C1899}"/>
              </a:ext>
            </a:extLst>
          </p:cNvPr>
          <p:cNvSpPr/>
          <p:nvPr/>
        </p:nvSpPr>
        <p:spPr>
          <a:xfrm>
            <a:off x="2822" y="542492"/>
            <a:ext cx="9138356" cy="90794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2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8479B90-7223-3B00-0070-0F00CF710EA9}"/>
              </a:ext>
            </a:extLst>
          </p:cNvPr>
          <p:cNvSpPr/>
          <p:nvPr/>
        </p:nvSpPr>
        <p:spPr>
          <a:xfrm flipV="1">
            <a:off x="8770" y="448474"/>
            <a:ext cx="9131296" cy="52969"/>
          </a:xfrm>
          <a:prstGeom prst="rect">
            <a:avLst/>
          </a:prstGeom>
          <a:solidFill>
            <a:srgbClr val="A86E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2" dirty="0"/>
          </a:p>
        </p:txBody>
      </p:sp>
      <p:pic>
        <p:nvPicPr>
          <p:cNvPr id="3" name="内容占位符 3">
            <a:extLst>
              <a:ext uri="{FF2B5EF4-FFF2-40B4-BE49-F238E27FC236}">
                <a16:creationId xmlns:a16="http://schemas.microsoft.com/office/drawing/2014/main" id="{79160A1B-0791-BD9A-3CA1-0E4482BCD9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2462" y="984708"/>
            <a:ext cx="6159076" cy="3509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922401"/>
      </p:ext>
    </p:extLst>
  </p:cSld>
  <p:clrMapOvr>
    <a:masterClrMapping/>
  </p:clrMapOvr>
  <p:transition>
    <p:wipe dir="r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Box 34">
            <a:extLst>
              <a:ext uri="{FF2B5EF4-FFF2-40B4-BE49-F238E27FC236}">
                <a16:creationId xmlns:a16="http://schemas.microsoft.com/office/drawing/2014/main" id="{295F35C4-D5B7-B0DA-671F-3459D18EA499}"/>
              </a:ext>
            </a:extLst>
          </p:cNvPr>
          <p:cNvSpPr txBox="1"/>
          <p:nvPr/>
        </p:nvSpPr>
        <p:spPr>
          <a:xfrm>
            <a:off x="1234359" y="33448"/>
            <a:ext cx="4425201" cy="46134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sz="2398" b="1" dirty="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稳恒磁场</a:t>
            </a:r>
            <a:endParaRPr lang="zh-CN" altLang="en-US" sz="2398" b="1" dirty="0">
              <a:solidFill>
                <a:srgbClr val="CC0000"/>
              </a:solidFill>
              <a:latin typeface="宋体" panose="02010600030101010101" pitchFamily="2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75EB2B1-4471-22AB-27CC-BD31363C1899}"/>
              </a:ext>
            </a:extLst>
          </p:cNvPr>
          <p:cNvSpPr/>
          <p:nvPr/>
        </p:nvSpPr>
        <p:spPr>
          <a:xfrm>
            <a:off x="2822" y="542492"/>
            <a:ext cx="9138356" cy="90794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2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8479B90-7223-3B00-0070-0F00CF710EA9}"/>
              </a:ext>
            </a:extLst>
          </p:cNvPr>
          <p:cNvSpPr/>
          <p:nvPr/>
        </p:nvSpPr>
        <p:spPr>
          <a:xfrm flipV="1">
            <a:off x="8770" y="448474"/>
            <a:ext cx="9131296" cy="52969"/>
          </a:xfrm>
          <a:prstGeom prst="rect">
            <a:avLst/>
          </a:prstGeom>
          <a:solidFill>
            <a:srgbClr val="A86E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2" dirty="0"/>
          </a:p>
        </p:txBody>
      </p:sp>
      <p:pic>
        <p:nvPicPr>
          <p:cNvPr id="4" name="内容占位符 2">
            <a:extLst>
              <a:ext uri="{FF2B5EF4-FFF2-40B4-BE49-F238E27FC236}">
                <a16:creationId xmlns:a16="http://schemas.microsoft.com/office/drawing/2014/main" id="{FC9B0080-F13D-E8E5-D9EB-E4DFE3E51C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49681"/>
            <a:ext cx="2831350" cy="4111977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51655D1B-6B3D-ED9C-96F4-7B84BCE89B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74387" y="988588"/>
            <a:ext cx="3454659" cy="3977952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B3C79411-BD11-8BFF-7449-D8D938E269C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09518" y="849681"/>
            <a:ext cx="2630548" cy="4250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5761334"/>
      </p:ext>
    </p:extLst>
  </p:cSld>
  <p:clrMapOvr>
    <a:masterClrMapping/>
  </p:clrMapOvr>
  <p:transition>
    <p:wipe dir="r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Box 34">
            <a:extLst>
              <a:ext uri="{FF2B5EF4-FFF2-40B4-BE49-F238E27FC236}">
                <a16:creationId xmlns:a16="http://schemas.microsoft.com/office/drawing/2014/main" id="{295F35C4-D5B7-B0DA-671F-3459D18EA499}"/>
              </a:ext>
            </a:extLst>
          </p:cNvPr>
          <p:cNvSpPr txBox="1"/>
          <p:nvPr/>
        </p:nvSpPr>
        <p:spPr>
          <a:xfrm>
            <a:off x="1234359" y="33448"/>
            <a:ext cx="4425201" cy="46134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sz="2398" b="1" dirty="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稳恒磁场</a:t>
            </a:r>
            <a:endParaRPr lang="zh-CN" altLang="en-US" sz="2398" b="1" dirty="0">
              <a:solidFill>
                <a:srgbClr val="CC0000"/>
              </a:solidFill>
              <a:latin typeface="宋体" panose="02010600030101010101" pitchFamily="2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75EB2B1-4471-22AB-27CC-BD31363C1899}"/>
              </a:ext>
            </a:extLst>
          </p:cNvPr>
          <p:cNvSpPr/>
          <p:nvPr/>
        </p:nvSpPr>
        <p:spPr>
          <a:xfrm>
            <a:off x="2822" y="542492"/>
            <a:ext cx="9138356" cy="90794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2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8479B90-7223-3B00-0070-0F00CF710EA9}"/>
              </a:ext>
            </a:extLst>
          </p:cNvPr>
          <p:cNvSpPr/>
          <p:nvPr/>
        </p:nvSpPr>
        <p:spPr>
          <a:xfrm flipV="1">
            <a:off x="8770" y="448474"/>
            <a:ext cx="9131296" cy="52969"/>
          </a:xfrm>
          <a:prstGeom prst="rect">
            <a:avLst/>
          </a:prstGeom>
          <a:solidFill>
            <a:srgbClr val="A86E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2" dirty="0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2268B3C-F714-2026-D8B5-DE1998477725}"/>
              </a:ext>
            </a:extLst>
          </p:cNvPr>
          <p:cNvSpPr txBox="1">
            <a:spLocks/>
          </p:cNvSpPr>
          <p:nvPr/>
        </p:nvSpPr>
        <p:spPr>
          <a:xfrm>
            <a:off x="619836" y="876331"/>
            <a:ext cx="7637585" cy="3815520"/>
          </a:xfrm>
          <a:prstGeom prst="rect">
            <a:avLst/>
          </a:prstGeom>
        </p:spPr>
        <p:txBody>
          <a:bodyPr/>
          <a:lstStyle>
            <a:lvl1pPr marL="171336" indent="-171336" algn="l" defTabSz="685343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0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007" indent="-171336" algn="l" defTabSz="68534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6679" indent="-171336" algn="l" defTabSz="68534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4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99350" indent="-171336" algn="l" defTabSz="68534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2021" indent="-171336" algn="l" defTabSz="68534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4693" indent="-171336" algn="l" defTabSz="68534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7364" indent="-171336" algn="l" defTabSz="68534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0036" indent="-171336" algn="l" defTabSz="68534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2707" indent="-171336" algn="l" defTabSz="68534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zh-CN" altLang="en-US" dirty="0"/>
              <a:t>几种典型的载流导体的磁场</a:t>
            </a:r>
            <a:endParaRPr lang="en-US" altLang="zh-CN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dirty="0"/>
              <a:t>长直载流导线：</a:t>
            </a:r>
            <a:endParaRPr lang="en-US" altLang="zh-CN" dirty="0"/>
          </a:p>
          <a:p>
            <a:pPr marL="0" indent="0">
              <a:buFont typeface="Arial" panose="020B0604020202020204" pitchFamily="34" charset="0"/>
              <a:buNone/>
            </a:pPr>
            <a:endParaRPr lang="en-US" altLang="zh-CN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dirty="0"/>
              <a:t>无限长直导线：</a:t>
            </a:r>
            <a:endParaRPr lang="en-US" altLang="zh-CN" dirty="0"/>
          </a:p>
          <a:p>
            <a:pPr marL="0" indent="0">
              <a:buFont typeface="Arial" panose="020B0604020202020204" pitchFamily="34" charset="0"/>
              <a:buNone/>
            </a:pPr>
            <a:endParaRPr lang="en-US" altLang="zh-CN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dirty="0">
                <a:solidFill>
                  <a:srgbClr val="FF0000"/>
                </a:solidFill>
              </a:rPr>
              <a:t>圆形电流轴线上一点</a:t>
            </a:r>
            <a:r>
              <a:rPr lang="zh-CN" altLang="en-US" dirty="0"/>
              <a:t>：</a:t>
            </a:r>
            <a:endParaRPr lang="en-US" altLang="zh-CN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dirty="0">
                <a:solidFill>
                  <a:srgbClr val="FF0000"/>
                </a:solidFill>
              </a:rPr>
              <a:t>圆心处</a:t>
            </a:r>
            <a:r>
              <a:rPr lang="zh-CN" altLang="en-US" dirty="0"/>
              <a:t>：</a:t>
            </a:r>
            <a:endParaRPr lang="en-US" altLang="zh-CN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dirty="0"/>
              <a:t>长直螺线管：有限长</a:t>
            </a:r>
            <a:endParaRPr lang="en-US" altLang="zh-CN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dirty="0"/>
              <a:t>                       </a:t>
            </a:r>
            <a:r>
              <a:rPr lang="zh-CN" altLang="en-US" dirty="0"/>
              <a:t>无限长管内               管外为零 </a:t>
            </a:r>
            <a:endParaRPr lang="en-US" altLang="zh-CN" dirty="0"/>
          </a:p>
        </p:txBody>
      </p:sp>
      <p:graphicFrame>
        <p:nvGraphicFramePr>
          <p:cNvPr id="5" name="对象 5">
            <a:extLst>
              <a:ext uri="{FF2B5EF4-FFF2-40B4-BE49-F238E27FC236}">
                <a16:creationId xmlns:a16="http://schemas.microsoft.com/office/drawing/2014/main" id="{6CBB33EE-0DCE-8E70-01FE-80D490A89BB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73721645"/>
              </p:ext>
            </p:extLst>
          </p:nvPr>
        </p:nvGraphicFramePr>
        <p:xfrm>
          <a:off x="2604482" y="1181614"/>
          <a:ext cx="2320418" cy="5678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20" name="Equation" r:id="rId4" imgW="3009600" imgH="736560" progId="Equation.DSMT4">
                  <p:embed/>
                </p:oleObj>
              </mc:Choice>
              <mc:Fallback>
                <p:oleObj name="Equation" r:id="rId4" imgW="3009600" imgH="736560" progId="Equation.DSMT4">
                  <p:embed/>
                  <p:pic>
                    <p:nvPicPr>
                      <p:cNvPr id="22" name="对象 5">
                        <a:extLst>
                          <a:ext uri="{FF2B5EF4-FFF2-40B4-BE49-F238E27FC236}">
                            <a16:creationId xmlns:a16="http://schemas.microsoft.com/office/drawing/2014/main" id="{79E33AB8-349C-429B-90B0-471F80F3CEE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04482" y="1181614"/>
                        <a:ext cx="2320418" cy="56786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5">
            <a:extLst>
              <a:ext uri="{FF2B5EF4-FFF2-40B4-BE49-F238E27FC236}">
                <a16:creationId xmlns:a16="http://schemas.microsoft.com/office/drawing/2014/main" id="{B46CCE1B-862D-2FB8-8CC0-B90DF0DEC48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21899352"/>
              </p:ext>
            </p:extLst>
          </p:nvPr>
        </p:nvGraphicFramePr>
        <p:xfrm>
          <a:off x="2687852" y="1872368"/>
          <a:ext cx="851799" cy="5678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21" name="Equation" r:id="rId6" imgW="1104840" imgH="736560" progId="Equation.DSMT4">
                  <p:embed/>
                </p:oleObj>
              </mc:Choice>
              <mc:Fallback>
                <p:oleObj name="Equation" r:id="rId6" imgW="1104840" imgH="736560" progId="Equation.DSMT4">
                  <p:embed/>
                  <p:pic>
                    <p:nvPicPr>
                      <p:cNvPr id="23" name="对象 5">
                        <a:extLst>
                          <a:ext uri="{FF2B5EF4-FFF2-40B4-BE49-F238E27FC236}">
                            <a16:creationId xmlns:a16="http://schemas.microsoft.com/office/drawing/2014/main" id="{0ADFA4A9-16BE-4CBB-BAFB-89086B90D90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87852" y="1872368"/>
                        <a:ext cx="851799" cy="56786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5">
            <a:extLst>
              <a:ext uri="{FF2B5EF4-FFF2-40B4-BE49-F238E27FC236}">
                <a16:creationId xmlns:a16="http://schemas.microsoft.com/office/drawing/2014/main" id="{7A12A0F0-EE47-B7B1-CE82-6DA627FE208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25864724"/>
              </p:ext>
            </p:extLst>
          </p:nvPr>
        </p:nvGraphicFramePr>
        <p:xfrm>
          <a:off x="3430059" y="2715524"/>
          <a:ext cx="1840672" cy="7636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22" name="Equation" r:id="rId8" imgW="2387520" imgH="990360" progId="Equation.DSMT4">
                  <p:embed/>
                </p:oleObj>
              </mc:Choice>
              <mc:Fallback>
                <p:oleObj name="Equation" r:id="rId8" imgW="2387520" imgH="990360" progId="Equation.DSMT4">
                  <p:embed/>
                  <p:pic>
                    <p:nvPicPr>
                      <p:cNvPr id="24" name="对象 5">
                        <a:extLst>
                          <a:ext uri="{FF2B5EF4-FFF2-40B4-BE49-F238E27FC236}">
                            <a16:creationId xmlns:a16="http://schemas.microsoft.com/office/drawing/2014/main" id="{4EBBE9CA-346F-4D8C-BCB9-CC51D352A75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30059" y="2715524"/>
                        <a:ext cx="1840672" cy="76368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5">
            <a:extLst>
              <a:ext uri="{FF2B5EF4-FFF2-40B4-BE49-F238E27FC236}">
                <a16:creationId xmlns:a16="http://schemas.microsoft.com/office/drawing/2014/main" id="{C656FEBE-D348-DF14-31BA-4B1FFAD8E35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81620753"/>
              </p:ext>
            </p:extLst>
          </p:nvPr>
        </p:nvGraphicFramePr>
        <p:xfrm>
          <a:off x="1787331" y="3097365"/>
          <a:ext cx="793055" cy="5580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23" name="Equation" r:id="rId10" imgW="1028520" imgH="723600" progId="Equation.DSMT4">
                  <p:embed/>
                </p:oleObj>
              </mc:Choice>
              <mc:Fallback>
                <p:oleObj name="Equation" r:id="rId10" imgW="1028520" imgH="723600" progId="Equation.DSMT4">
                  <p:embed/>
                  <p:pic>
                    <p:nvPicPr>
                      <p:cNvPr id="25" name="对象 5">
                        <a:extLst>
                          <a:ext uri="{FF2B5EF4-FFF2-40B4-BE49-F238E27FC236}">
                            <a16:creationId xmlns:a16="http://schemas.microsoft.com/office/drawing/2014/main" id="{69D69D91-7921-4990-9E9E-4A051112DE4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87331" y="3097365"/>
                        <a:ext cx="793055" cy="55807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5">
            <a:extLst>
              <a:ext uri="{FF2B5EF4-FFF2-40B4-BE49-F238E27FC236}">
                <a16:creationId xmlns:a16="http://schemas.microsoft.com/office/drawing/2014/main" id="{DF0B4774-CA3A-FF8F-5F2F-AE8189B425F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34904352"/>
              </p:ext>
            </p:extLst>
          </p:nvPr>
        </p:nvGraphicFramePr>
        <p:xfrm>
          <a:off x="3214777" y="3475459"/>
          <a:ext cx="2447702" cy="5580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24" name="Equation" r:id="rId12" imgW="3174840" imgH="723600" progId="Equation.DSMT4">
                  <p:embed/>
                </p:oleObj>
              </mc:Choice>
              <mc:Fallback>
                <p:oleObj name="Equation" r:id="rId12" imgW="3174840" imgH="723600" progId="Equation.DSMT4">
                  <p:embed/>
                  <p:pic>
                    <p:nvPicPr>
                      <p:cNvPr id="26" name="对象 5">
                        <a:extLst>
                          <a:ext uri="{FF2B5EF4-FFF2-40B4-BE49-F238E27FC236}">
                            <a16:creationId xmlns:a16="http://schemas.microsoft.com/office/drawing/2014/main" id="{F59BFDF9-717B-4399-B44A-627BEF97A15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14777" y="3475459"/>
                        <a:ext cx="2447702" cy="55807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5">
            <a:extLst>
              <a:ext uri="{FF2B5EF4-FFF2-40B4-BE49-F238E27FC236}">
                <a16:creationId xmlns:a16="http://schemas.microsoft.com/office/drawing/2014/main" id="{A3E8B8D4-8CF5-4E44-7F63-928B312F9C9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91518655"/>
              </p:ext>
            </p:extLst>
          </p:nvPr>
        </p:nvGraphicFramePr>
        <p:xfrm>
          <a:off x="3461644" y="4035871"/>
          <a:ext cx="871381" cy="2937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25" name="Equation" r:id="rId14" imgW="1130040" imgH="380880" progId="Equation.DSMT4">
                  <p:embed/>
                </p:oleObj>
              </mc:Choice>
              <mc:Fallback>
                <p:oleObj name="Equation" r:id="rId14" imgW="1130040" imgH="380880" progId="Equation.DSMT4">
                  <p:embed/>
                  <p:pic>
                    <p:nvPicPr>
                      <p:cNvPr id="27" name="对象 5">
                        <a:extLst>
                          <a:ext uri="{FF2B5EF4-FFF2-40B4-BE49-F238E27FC236}">
                            <a16:creationId xmlns:a16="http://schemas.microsoft.com/office/drawing/2014/main" id="{78543CC7-F457-4297-994D-E0CE57651B9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61644" y="4035871"/>
                        <a:ext cx="871381" cy="29372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3" name="图片 82">
            <a:extLst>
              <a:ext uri="{FF2B5EF4-FFF2-40B4-BE49-F238E27FC236}">
                <a16:creationId xmlns:a16="http://schemas.microsoft.com/office/drawing/2014/main" id="{3DD24269-7E9F-D4EF-4EAE-AE88FB13CAA4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968660" y="633285"/>
            <a:ext cx="1899274" cy="2082565"/>
          </a:xfrm>
          <a:prstGeom prst="rect">
            <a:avLst/>
          </a:prstGeom>
        </p:spPr>
      </p:pic>
      <p:pic>
        <p:nvPicPr>
          <p:cNvPr id="84" name="图片 83">
            <a:extLst>
              <a:ext uri="{FF2B5EF4-FFF2-40B4-BE49-F238E27FC236}">
                <a16:creationId xmlns:a16="http://schemas.microsoft.com/office/drawing/2014/main" id="{D81DD614-C23F-05F2-6ECA-5F2C32A28257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088037" y="2784091"/>
            <a:ext cx="2447702" cy="1626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5177979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Box 34">
            <a:extLst>
              <a:ext uri="{FF2B5EF4-FFF2-40B4-BE49-F238E27FC236}">
                <a16:creationId xmlns:a16="http://schemas.microsoft.com/office/drawing/2014/main" id="{295F35C4-D5B7-B0DA-671F-3459D18EA499}"/>
              </a:ext>
            </a:extLst>
          </p:cNvPr>
          <p:cNvSpPr txBox="1"/>
          <p:nvPr/>
        </p:nvSpPr>
        <p:spPr>
          <a:xfrm>
            <a:off x="1234359" y="33448"/>
            <a:ext cx="4425201" cy="46134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sz="2398" b="1" dirty="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稳恒磁场</a:t>
            </a:r>
            <a:r>
              <a:rPr lang="en-US" altLang="zh-CN" sz="2398" b="1" dirty="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2398" b="1" dirty="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安培环路定理应用</a:t>
            </a:r>
            <a:endParaRPr lang="zh-CN" altLang="en-US" sz="2398" b="1" dirty="0">
              <a:solidFill>
                <a:srgbClr val="CC0000"/>
              </a:solidFill>
              <a:latin typeface="宋体" panose="02010600030101010101" pitchFamily="2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75EB2B1-4471-22AB-27CC-BD31363C1899}"/>
              </a:ext>
            </a:extLst>
          </p:cNvPr>
          <p:cNvSpPr/>
          <p:nvPr/>
        </p:nvSpPr>
        <p:spPr>
          <a:xfrm>
            <a:off x="2822" y="542492"/>
            <a:ext cx="9138356" cy="90794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2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8479B90-7223-3B00-0070-0F00CF710EA9}"/>
              </a:ext>
            </a:extLst>
          </p:cNvPr>
          <p:cNvSpPr/>
          <p:nvPr/>
        </p:nvSpPr>
        <p:spPr>
          <a:xfrm flipV="1">
            <a:off x="8770" y="448474"/>
            <a:ext cx="9131296" cy="52969"/>
          </a:xfrm>
          <a:prstGeom prst="rect">
            <a:avLst/>
          </a:prstGeom>
          <a:solidFill>
            <a:srgbClr val="A86E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2" dirty="0"/>
          </a:p>
        </p:txBody>
      </p:sp>
      <p:pic>
        <p:nvPicPr>
          <p:cNvPr id="20" name="图片 19">
            <a:extLst>
              <a:ext uri="{FF2B5EF4-FFF2-40B4-BE49-F238E27FC236}">
                <a16:creationId xmlns:a16="http://schemas.microsoft.com/office/drawing/2014/main" id="{E3353016-6454-93D1-5C77-E6F30BDBD4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832" y="1260400"/>
            <a:ext cx="6987640" cy="3789271"/>
          </a:xfrm>
          <a:prstGeom prst="rect">
            <a:avLst/>
          </a:prstGeom>
        </p:spPr>
      </p:pic>
      <p:sp>
        <p:nvSpPr>
          <p:cNvPr id="22" name="文本框 21">
            <a:extLst>
              <a:ext uri="{FF2B5EF4-FFF2-40B4-BE49-F238E27FC236}">
                <a16:creationId xmlns:a16="http://schemas.microsoft.com/office/drawing/2014/main" id="{DFB0FC2D-F649-EF7B-22B8-603C16B8BF07}"/>
              </a:ext>
            </a:extLst>
          </p:cNvPr>
          <p:cNvSpPr txBox="1"/>
          <p:nvPr/>
        </p:nvSpPr>
        <p:spPr>
          <a:xfrm>
            <a:off x="313899" y="743803"/>
            <a:ext cx="41898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长直载流螺线管内磁场分布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505730432"/>
      </p:ext>
    </p:extLst>
  </p:cSld>
  <p:clrMapOvr>
    <a:masterClrMapping/>
  </p:clrMapOvr>
  <p:transition>
    <p:wipe dir="r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Box 34">
            <a:extLst>
              <a:ext uri="{FF2B5EF4-FFF2-40B4-BE49-F238E27FC236}">
                <a16:creationId xmlns:a16="http://schemas.microsoft.com/office/drawing/2014/main" id="{295F35C4-D5B7-B0DA-671F-3459D18EA499}"/>
              </a:ext>
            </a:extLst>
          </p:cNvPr>
          <p:cNvSpPr txBox="1"/>
          <p:nvPr/>
        </p:nvSpPr>
        <p:spPr>
          <a:xfrm>
            <a:off x="1234359" y="33448"/>
            <a:ext cx="4425201" cy="46134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sz="2398" b="1" dirty="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稳恒磁场</a:t>
            </a:r>
            <a:r>
              <a:rPr lang="en-US" altLang="zh-CN" sz="2398" b="1" dirty="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2398" b="1" dirty="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安培环路定理应用</a:t>
            </a:r>
            <a:endParaRPr lang="zh-CN" altLang="en-US" sz="2398" b="1" dirty="0">
              <a:solidFill>
                <a:srgbClr val="CC0000"/>
              </a:solidFill>
              <a:latin typeface="宋体" panose="02010600030101010101" pitchFamily="2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75EB2B1-4471-22AB-27CC-BD31363C1899}"/>
              </a:ext>
            </a:extLst>
          </p:cNvPr>
          <p:cNvSpPr/>
          <p:nvPr/>
        </p:nvSpPr>
        <p:spPr>
          <a:xfrm>
            <a:off x="2822" y="542492"/>
            <a:ext cx="9138356" cy="90794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2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8479B90-7223-3B00-0070-0F00CF710EA9}"/>
              </a:ext>
            </a:extLst>
          </p:cNvPr>
          <p:cNvSpPr/>
          <p:nvPr/>
        </p:nvSpPr>
        <p:spPr>
          <a:xfrm flipV="1">
            <a:off x="8770" y="448474"/>
            <a:ext cx="9131296" cy="52969"/>
          </a:xfrm>
          <a:prstGeom prst="rect">
            <a:avLst/>
          </a:prstGeom>
          <a:solidFill>
            <a:srgbClr val="A86E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2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626560F2-A55D-A612-D712-77CA384237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6281" y="907665"/>
            <a:ext cx="6251438" cy="4107960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3714C1C2-813F-F5D3-3BB0-EB74FAAB3624}"/>
              </a:ext>
            </a:extLst>
          </p:cNvPr>
          <p:cNvSpPr txBox="1"/>
          <p:nvPr/>
        </p:nvSpPr>
        <p:spPr>
          <a:xfrm>
            <a:off x="286603" y="674335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环形载流螺线管内磁场分布 </a:t>
            </a:r>
          </a:p>
        </p:txBody>
      </p:sp>
    </p:spTree>
    <p:extLst>
      <p:ext uri="{BB962C8B-B14F-4D97-AF65-F5344CB8AC3E}">
        <p14:creationId xmlns:p14="http://schemas.microsoft.com/office/powerpoint/2010/main" val="1603487115"/>
      </p:ext>
    </p:extLst>
  </p:cSld>
  <p:clrMapOvr>
    <a:masterClrMapping/>
  </p:clrMapOvr>
  <p:transition>
    <p:wipe dir="r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Box 34">
            <a:extLst>
              <a:ext uri="{FF2B5EF4-FFF2-40B4-BE49-F238E27FC236}">
                <a16:creationId xmlns:a16="http://schemas.microsoft.com/office/drawing/2014/main" id="{295F35C4-D5B7-B0DA-671F-3459D18EA499}"/>
              </a:ext>
            </a:extLst>
          </p:cNvPr>
          <p:cNvSpPr txBox="1"/>
          <p:nvPr/>
        </p:nvSpPr>
        <p:spPr>
          <a:xfrm>
            <a:off x="1234359" y="33448"/>
            <a:ext cx="4425201" cy="46134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sz="2398" b="1" dirty="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稳恒磁场</a:t>
            </a:r>
            <a:r>
              <a:rPr lang="en-US" altLang="zh-CN" sz="2398" b="1" dirty="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2398" b="1" dirty="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安培环路定理应用</a:t>
            </a:r>
            <a:endParaRPr lang="zh-CN" altLang="en-US" sz="2398" b="1" dirty="0">
              <a:solidFill>
                <a:srgbClr val="CC0000"/>
              </a:solidFill>
              <a:latin typeface="宋体" panose="02010600030101010101" pitchFamily="2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75EB2B1-4471-22AB-27CC-BD31363C1899}"/>
              </a:ext>
            </a:extLst>
          </p:cNvPr>
          <p:cNvSpPr/>
          <p:nvPr/>
        </p:nvSpPr>
        <p:spPr>
          <a:xfrm>
            <a:off x="2822" y="542492"/>
            <a:ext cx="9138356" cy="90794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2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8479B90-7223-3B00-0070-0F00CF710EA9}"/>
              </a:ext>
            </a:extLst>
          </p:cNvPr>
          <p:cNvSpPr/>
          <p:nvPr/>
        </p:nvSpPr>
        <p:spPr>
          <a:xfrm flipV="1">
            <a:off x="8770" y="448474"/>
            <a:ext cx="9131296" cy="52969"/>
          </a:xfrm>
          <a:prstGeom prst="rect">
            <a:avLst/>
          </a:prstGeom>
          <a:solidFill>
            <a:srgbClr val="A86E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2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6878F3B5-03AD-17E7-0B4E-F9E1CD0EE3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85" y="1280919"/>
            <a:ext cx="4995153" cy="2968388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8D01EB1B-FAF8-1B8C-756A-7DAB4CDD28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11793" y="1453488"/>
            <a:ext cx="3371938" cy="2623250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7E77A65B-0F80-60DA-AEA9-5CD96D67697E}"/>
              </a:ext>
            </a:extLst>
          </p:cNvPr>
          <p:cNvSpPr txBox="1"/>
          <p:nvPr/>
        </p:nvSpPr>
        <p:spPr>
          <a:xfrm>
            <a:off x="8770" y="720228"/>
            <a:ext cx="582564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无限长载流圆柱导体内外磁场分布 </a:t>
            </a:r>
          </a:p>
        </p:txBody>
      </p:sp>
    </p:spTree>
    <p:extLst>
      <p:ext uri="{BB962C8B-B14F-4D97-AF65-F5344CB8AC3E}">
        <p14:creationId xmlns:p14="http://schemas.microsoft.com/office/powerpoint/2010/main" val="3968002923"/>
      </p:ext>
    </p:extLst>
  </p:cSld>
  <p:clrMapOvr>
    <a:masterClrMapping/>
  </p:clrMapOvr>
  <p:transition>
    <p:wipe dir="r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Box 34">
            <a:extLst>
              <a:ext uri="{FF2B5EF4-FFF2-40B4-BE49-F238E27FC236}">
                <a16:creationId xmlns:a16="http://schemas.microsoft.com/office/drawing/2014/main" id="{295F35C4-D5B7-B0DA-671F-3459D18EA499}"/>
              </a:ext>
            </a:extLst>
          </p:cNvPr>
          <p:cNvSpPr txBox="1"/>
          <p:nvPr/>
        </p:nvSpPr>
        <p:spPr>
          <a:xfrm>
            <a:off x="1234359" y="33448"/>
            <a:ext cx="4425201" cy="46134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sz="2398" b="1" dirty="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稳恒磁场</a:t>
            </a:r>
            <a:endParaRPr lang="zh-CN" altLang="en-US" sz="2398" b="1" dirty="0">
              <a:solidFill>
                <a:srgbClr val="CC0000"/>
              </a:solidFill>
              <a:latin typeface="宋体" panose="02010600030101010101" pitchFamily="2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75EB2B1-4471-22AB-27CC-BD31363C1899}"/>
              </a:ext>
            </a:extLst>
          </p:cNvPr>
          <p:cNvSpPr/>
          <p:nvPr/>
        </p:nvSpPr>
        <p:spPr>
          <a:xfrm>
            <a:off x="2822" y="542492"/>
            <a:ext cx="9138356" cy="90794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2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8479B90-7223-3B00-0070-0F00CF710EA9}"/>
              </a:ext>
            </a:extLst>
          </p:cNvPr>
          <p:cNvSpPr/>
          <p:nvPr/>
        </p:nvSpPr>
        <p:spPr>
          <a:xfrm flipV="1">
            <a:off x="8770" y="448474"/>
            <a:ext cx="9131296" cy="52969"/>
          </a:xfrm>
          <a:prstGeom prst="rect">
            <a:avLst/>
          </a:prstGeom>
          <a:solidFill>
            <a:srgbClr val="A86E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2" dirty="0"/>
          </a:p>
        </p:txBody>
      </p:sp>
      <p:sp>
        <p:nvSpPr>
          <p:cNvPr id="3" name="内容占位符 5">
            <a:extLst>
              <a:ext uri="{FF2B5EF4-FFF2-40B4-BE49-F238E27FC236}">
                <a16:creationId xmlns:a16="http://schemas.microsoft.com/office/drawing/2014/main" id="{EF76ECA6-8258-BB2E-C8E4-FA720DB053FE}"/>
              </a:ext>
            </a:extLst>
          </p:cNvPr>
          <p:cNvSpPr txBox="1">
            <a:spLocks/>
          </p:cNvSpPr>
          <p:nvPr/>
        </p:nvSpPr>
        <p:spPr>
          <a:xfrm>
            <a:off x="317702" y="736192"/>
            <a:ext cx="7367887" cy="4240922"/>
          </a:xfrm>
          <a:prstGeom prst="rect">
            <a:avLst/>
          </a:prstGeom>
        </p:spPr>
        <p:txBody>
          <a:bodyPr>
            <a:normAutofit/>
          </a:bodyPr>
          <a:lstStyle>
            <a:lvl1pPr marL="171336" indent="-171336" algn="l" defTabSz="685343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0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007" indent="-171336" algn="l" defTabSz="68534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6679" indent="-171336" algn="l" defTabSz="68534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4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99350" indent="-171336" algn="l" defTabSz="68534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2021" indent="-171336" algn="l" defTabSz="68534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4693" indent="-171336" algn="l" defTabSz="68534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7364" indent="-171336" algn="l" defTabSz="68534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0036" indent="-171336" algn="l" defTabSz="68534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2707" indent="-171336" algn="l" defTabSz="68534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zh-CN" altLang="en-US" dirty="0"/>
              <a:t>磁场</a:t>
            </a:r>
            <a:endParaRPr lang="en-US" altLang="zh-CN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dirty="0"/>
              <a:t>描述磁场性质的方程</a:t>
            </a:r>
            <a:endParaRPr lang="en-US" altLang="zh-CN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dirty="0"/>
              <a:t>高斯定理</a:t>
            </a:r>
            <a:endParaRPr lang="en-US" altLang="zh-CN" dirty="0"/>
          </a:p>
          <a:p>
            <a:pPr marL="0" indent="0">
              <a:buFont typeface="Arial" panose="020B0604020202020204" pitchFamily="34" charset="0"/>
              <a:buNone/>
            </a:pPr>
            <a:endParaRPr lang="en-US" altLang="zh-CN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dirty="0"/>
              <a:t>安培环路定理：非保守场（有旋场）</a:t>
            </a:r>
            <a:endParaRPr lang="en-US" altLang="zh-CN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dirty="0"/>
              <a:t>磁场对外的力学表现：</a:t>
            </a:r>
            <a:endParaRPr lang="en-US" altLang="zh-CN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dirty="0"/>
              <a:t>运动电荷受到的力：</a:t>
            </a:r>
            <a:endParaRPr lang="en-US" altLang="zh-CN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dirty="0"/>
              <a:t>载流导线受力：</a:t>
            </a:r>
            <a:endParaRPr lang="en-US" altLang="zh-CN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dirty="0"/>
              <a:t>载流闭合线圈：</a:t>
            </a:r>
            <a:endParaRPr lang="en-US" altLang="zh-CN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dirty="0"/>
              <a:t>磁力的功：</a:t>
            </a:r>
            <a:endParaRPr lang="en-US" altLang="zh-CN" dirty="0"/>
          </a:p>
          <a:p>
            <a:pPr marL="0" indent="0">
              <a:buFont typeface="Arial" panose="020B0604020202020204" pitchFamily="34" charset="0"/>
              <a:buNone/>
            </a:pPr>
            <a:endParaRPr lang="zh-CN" altLang="en-US" dirty="0"/>
          </a:p>
        </p:txBody>
      </p:sp>
      <p:graphicFrame>
        <p:nvGraphicFramePr>
          <p:cNvPr id="9" name="对象 5">
            <a:extLst>
              <a:ext uri="{FF2B5EF4-FFF2-40B4-BE49-F238E27FC236}">
                <a16:creationId xmlns:a16="http://schemas.microsoft.com/office/drawing/2014/main" id="{9995965A-7110-3D68-C700-AD44457FA2B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42247720"/>
              </p:ext>
            </p:extLst>
          </p:nvPr>
        </p:nvGraphicFramePr>
        <p:xfrm>
          <a:off x="1937175" y="1521093"/>
          <a:ext cx="1235930" cy="4465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44" name="Equation" r:id="rId4" imgW="1511280" imgH="545760" progId="Equation.DSMT4">
                  <p:embed/>
                </p:oleObj>
              </mc:Choice>
              <mc:Fallback>
                <p:oleObj name="Equation" r:id="rId4" imgW="1511280" imgH="545760" progId="Equation.DSMT4">
                  <p:embed/>
                  <p:pic>
                    <p:nvPicPr>
                      <p:cNvPr id="7" name="对象 5">
                        <a:extLst>
                          <a:ext uri="{FF2B5EF4-FFF2-40B4-BE49-F238E27FC236}">
                            <a16:creationId xmlns:a16="http://schemas.microsoft.com/office/drawing/2014/main" id="{8D9D283F-17ED-4C04-897D-42F5B00E7F7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37175" y="1521093"/>
                        <a:ext cx="1235930" cy="44659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5">
            <a:extLst>
              <a:ext uri="{FF2B5EF4-FFF2-40B4-BE49-F238E27FC236}">
                <a16:creationId xmlns:a16="http://schemas.microsoft.com/office/drawing/2014/main" id="{4EDF80D5-EC29-A2D6-7FD3-3412C468ECE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51424222"/>
              </p:ext>
            </p:extLst>
          </p:nvPr>
        </p:nvGraphicFramePr>
        <p:xfrm>
          <a:off x="4643862" y="2227665"/>
          <a:ext cx="1934359" cy="47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45" name="Equation" r:id="rId6" imgW="2222280" imgH="545760" progId="Equation.DSMT4">
                  <p:embed/>
                </p:oleObj>
              </mc:Choice>
              <mc:Fallback>
                <p:oleObj name="Equation" r:id="rId6" imgW="2222280" imgH="545760" progId="Equation.DSMT4">
                  <p:embed/>
                  <p:pic>
                    <p:nvPicPr>
                      <p:cNvPr id="8" name="对象 5">
                        <a:extLst>
                          <a:ext uri="{FF2B5EF4-FFF2-40B4-BE49-F238E27FC236}">
                            <a16:creationId xmlns:a16="http://schemas.microsoft.com/office/drawing/2014/main" id="{8FD9EC6D-3A31-431E-9AB4-8623D237A13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3862" y="2227665"/>
                        <a:ext cx="1934359" cy="475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5">
            <a:extLst>
              <a:ext uri="{FF2B5EF4-FFF2-40B4-BE49-F238E27FC236}">
                <a16:creationId xmlns:a16="http://schemas.microsoft.com/office/drawing/2014/main" id="{E110C67F-C753-7E95-FF7E-57D7BCAF044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9798333"/>
              </p:ext>
            </p:extLst>
          </p:nvPr>
        </p:nvGraphicFramePr>
        <p:xfrm>
          <a:off x="2715878" y="3013836"/>
          <a:ext cx="1235930" cy="415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46" name="Equation" r:id="rId8" imgW="1320480" imgH="444240" progId="Equation.DSMT4">
                  <p:embed/>
                </p:oleObj>
              </mc:Choice>
              <mc:Fallback>
                <p:oleObj name="Equation" r:id="rId8" imgW="1320480" imgH="444240" progId="Equation.DSMT4">
                  <p:embed/>
                  <p:pic>
                    <p:nvPicPr>
                      <p:cNvPr id="9" name="对象 5">
                        <a:extLst>
                          <a:ext uri="{FF2B5EF4-FFF2-40B4-BE49-F238E27FC236}">
                            <a16:creationId xmlns:a16="http://schemas.microsoft.com/office/drawing/2014/main" id="{045AB959-A835-492E-9776-7FA3F97FD95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15878" y="3013836"/>
                        <a:ext cx="1235930" cy="415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5">
            <a:extLst>
              <a:ext uri="{FF2B5EF4-FFF2-40B4-BE49-F238E27FC236}">
                <a16:creationId xmlns:a16="http://schemas.microsoft.com/office/drawing/2014/main" id="{7E368011-B773-5717-E8F0-2B0A83B1813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18816386"/>
              </p:ext>
            </p:extLst>
          </p:nvPr>
        </p:nvGraphicFramePr>
        <p:xfrm>
          <a:off x="2628993" y="3433980"/>
          <a:ext cx="1409700" cy="3410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47" name="Equation" r:id="rId10" imgW="1574640" imgH="380880" progId="Equation.DSMT4">
                  <p:embed/>
                </p:oleObj>
              </mc:Choice>
              <mc:Fallback>
                <p:oleObj name="Equation" r:id="rId10" imgW="1574640" imgH="380880" progId="Equation.DSMT4">
                  <p:embed/>
                  <p:pic>
                    <p:nvPicPr>
                      <p:cNvPr id="10" name="对象 5">
                        <a:extLst>
                          <a:ext uri="{FF2B5EF4-FFF2-40B4-BE49-F238E27FC236}">
                            <a16:creationId xmlns:a16="http://schemas.microsoft.com/office/drawing/2014/main" id="{398D2E23-4FFB-4D95-BFF0-6E7BFB67B87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28993" y="3433980"/>
                        <a:ext cx="1409700" cy="34105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5">
            <a:extLst>
              <a:ext uri="{FF2B5EF4-FFF2-40B4-BE49-F238E27FC236}">
                <a16:creationId xmlns:a16="http://schemas.microsoft.com/office/drawing/2014/main" id="{E8D0BCAF-07F0-3012-C075-5AA753CBE99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53170497"/>
              </p:ext>
            </p:extLst>
          </p:nvPr>
        </p:nvGraphicFramePr>
        <p:xfrm>
          <a:off x="2555140" y="3867187"/>
          <a:ext cx="1235930" cy="3897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48" name="Equation" r:id="rId12" imgW="1409400" imgH="444240" progId="Equation.DSMT4">
                  <p:embed/>
                </p:oleObj>
              </mc:Choice>
              <mc:Fallback>
                <p:oleObj name="Equation" r:id="rId12" imgW="1409400" imgH="444240" progId="Equation.DSMT4">
                  <p:embed/>
                  <p:pic>
                    <p:nvPicPr>
                      <p:cNvPr id="11" name="对象 5">
                        <a:extLst>
                          <a:ext uri="{FF2B5EF4-FFF2-40B4-BE49-F238E27FC236}">
                            <a16:creationId xmlns:a16="http://schemas.microsoft.com/office/drawing/2014/main" id="{EFD0084E-D433-4D7F-8728-2847B65FAE1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55140" y="3867187"/>
                        <a:ext cx="1235930" cy="38970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5">
            <a:extLst>
              <a:ext uri="{FF2B5EF4-FFF2-40B4-BE49-F238E27FC236}">
                <a16:creationId xmlns:a16="http://schemas.microsoft.com/office/drawing/2014/main" id="{ECAC9B53-3BDF-B82F-B95A-B8AEFEA7EAD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77361929"/>
              </p:ext>
            </p:extLst>
          </p:nvPr>
        </p:nvGraphicFramePr>
        <p:xfrm>
          <a:off x="2555140" y="4359801"/>
          <a:ext cx="1112554" cy="2631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49" name="Equation" r:id="rId14" imgW="1180800" imgH="279360" progId="Equation.DSMT4">
                  <p:embed/>
                </p:oleObj>
              </mc:Choice>
              <mc:Fallback>
                <p:oleObj name="Equation" r:id="rId14" imgW="1180800" imgH="279360" progId="Equation.DSMT4">
                  <p:embed/>
                  <p:pic>
                    <p:nvPicPr>
                      <p:cNvPr id="12" name="对象 5">
                        <a:extLst>
                          <a:ext uri="{FF2B5EF4-FFF2-40B4-BE49-F238E27FC236}">
                            <a16:creationId xmlns:a16="http://schemas.microsoft.com/office/drawing/2014/main" id="{3ED51632-C2B0-4B02-B0F3-CF7CA732304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55140" y="4359801"/>
                        <a:ext cx="1112554" cy="26318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47019727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Box 34">
            <a:extLst>
              <a:ext uri="{FF2B5EF4-FFF2-40B4-BE49-F238E27FC236}">
                <a16:creationId xmlns:a16="http://schemas.microsoft.com/office/drawing/2014/main" id="{295F35C4-D5B7-B0DA-671F-3459D18EA499}"/>
              </a:ext>
            </a:extLst>
          </p:cNvPr>
          <p:cNvSpPr txBox="1"/>
          <p:nvPr/>
        </p:nvSpPr>
        <p:spPr>
          <a:xfrm>
            <a:off x="306468" y="-7313"/>
            <a:ext cx="4425201" cy="46134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sz="2398" b="1" dirty="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变化的电磁场</a:t>
            </a:r>
            <a:endParaRPr lang="zh-CN" altLang="en-US" sz="2398" b="1" dirty="0">
              <a:solidFill>
                <a:srgbClr val="CC0000"/>
              </a:solidFill>
              <a:latin typeface="宋体" panose="02010600030101010101" pitchFamily="2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75EB2B1-4471-22AB-27CC-BD31363C1899}"/>
              </a:ext>
            </a:extLst>
          </p:cNvPr>
          <p:cNvSpPr/>
          <p:nvPr/>
        </p:nvSpPr>
        <p:spPr>
          <a:xfrm>
            <a:off x="2822" y="542492"/>
            <a:ext cx="9138356" cy="90794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2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8479B90-7223-3B00-0070-0F00CF710EA9}"/>
              </a:ext>
            </a:extLst>
          </p:cNvPr>
          <p:cNvSpPr/>
          <p:nvPr/>
        </p:nvSpPr>
        <p:spPr>
          <a:xfrm flipV="1">
            <a:off x="8770" y="448474"/>
            <a:ext cx="9131296" cy="52969"/>
          </a:xfrm>
          <a:prstGeom prst="rect">
            <a:avLst/>
          </a:prstGeom>
          <a:solidFill>
            <a:srgbClr val="A86E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2" dirty="0"/>
          </a:p>
        </p:txBody>
      </p:sp>
      <p:graphicFrame>
        <p:nvGraphicFramePr>
          <p:cNvPr id="8" name="对象 5">
            <a:extLst>
              <a:ext uri="{FF2B5EF4-FFF2-40B4-BE49-F238E27FC236}">
                <a16:creationId xmlns:a16="http://schemas.microsoft.com/office/drawing/2014/main" id="{C68F42ED-E7C8-0DE6-5E04-CC681A985CC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88946684"/>
              </p:ext>
            </p:extLst>
          </p:nvPr>
        </p:nvGraphicFramePr>
        <p:xfrm>
          <a:off x="389740" y="1557183"/>
          <a:ext cx="955675" cy="522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73" name="Equation" r:id="rId4" imgW="1346040" imgH="736560" progId="Equation.DSMT4">
                  <p:embed/>
                </p:oleObj>
              </mc:Choice>
              <mc:Fallback>
                <p:oleObj name="Equation" r:id="rId4" imgW="1346040" imgH="736560" progId="Equation.DSMT4">
                  <p:embed/>
                  <p:pic>
                    <p:nvPicPr>
                      <p:cNvPr id="8" name="对象 5">
                        <a:extLst>
                          <a:ext uri="{FF2B5EF4-FFF2-40B4-BE49-F238E27FC236}">
                            <a16:creationId xmlns:a16="http://schemas.microsoft.com/office/drawing/2014/main" id="{777543DC-2FBD-4084-B180-0BA99B803DD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9740" y="1557183"/>
                        <a:ext cx="955675" cy="522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文本框 8">
            <a:extLst>
              <a:ext uri="{FF2B5EF4-FFF2-40B4-BE49-F238E27FC236}">
                <a16:creationId xmlns:a16="http://schemas.microsoft.com/office/drawing/2014/main" id="{53E6CB37-991E-198F-C4DA-B5A5E9BF8DFC}"/>
              </a:ext>
            </a:extLst>
          </p:cNvPr>
          <p:cNvSpPr txBox="1"/>
          <p:nvPr/>
        </p:nvSpPr>
        <p:spPr>
          <a:xfrm>
            <a:off x="306468" y="1072345"/>
            <a:ext cx="11222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楞次定律</a:t>
            </a:r>
          </a:p>
        </p:txBody>
      </p: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BD1808EF-4371-C401-BB6E-15229EDF385E}"/>
              </a:ext>
            </a:extLst>
          </p:cNvPr>
          <p:cNvCxnSpPr/>
          <p:nvPr/>
        </p:nvCxnSpPr>
        <p:spPr>
          <a:xfrm flipH="1" flipV="1">
            <a:off x="691860" y="1381156"/>
            <a:ext cx="118753" cy="437171"/>
          </a:xfrm>
          <a:prstGeom prst="straightConnector1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1" name="对象 5">
            <a:extLst>
              <a:ext uri="{FF2B5EF4-FFF2-40B4-BE49-F238E27FC236}">
                <a16:creationId xmlns:a16="http://schemas.microsoft.com/office/drawing/2014/main" id="{7DEBD5B9-B889-3D54-2DBA-0062BEC4E09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23816562"/>
              </p:ext>
            </p:extLst>
          </p:nvPr>
        </p:nvGraphicFramePr>
        <p:xfrm>
          <a:off x="1660337" y="3848309"/>
          <a:ext cx="2614612" cy="433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74" name="Equation" r:id="rId6" imgW="3682800" imgH="609480" progId="Equation.DSMT4">
                  <p:embed/>
                </p:oleObj>
              </mc:Choice>
              <mc:Fallback>
                <p:oleObj name="Equation" r:id="rId6" imgW="3682800" imgH="609480" progId="Equation.DSMT4">
                  <p:embed/>
                  <p:pic>
                    <p:nvPicPr>
                      <p:cNvPr id="12" name="对象 5">
                        <a:extLst>
                          <a:ext uri="{FF2B5EF4-FFF2-40B4-BE49-F238E27FC236}">
                            <a16:creationId xmlns:a16="http://schemas.microsoft.com/office/drawing/2014/main" id="{533B06AA-A516-450D-9557-20D5C4F181E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60337" y="3848309"/>
                        <a:ext cx="2614612" cy="433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文本框 11">
            <a:extLst>
              <a:ext uri="{FF2B5EF4-FFF2-40B4-BE49-F238E27FC236}">
                <a16:creationId xmlns:a16="http://schemas.microsoft.com/office/drawing/2014/main" id="{9950C332-D82C-A19F-1891-CB18E72BD944}"/>
              </a:ext>
            </a:extLst>
          </p:cNvPr>
          <p:cNvSpPr txBox="1"/>
          <p:nvPr/>
        </p:nvSpPr>
        <p:spPr>
          <a:xfrm>
            <a:off x="223196" y="3880337"/>
            <a:ext cx="14371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动生电动势</a:t>
            </a:r>
          </a:p>
        </p:txBody>
      </p:sp>
      <p:graphicFrame>
        <p:nvGraphicFramePr>
          <p:cNvPr id="13" name="对象 5">
            <a:extLst>
              <a:ext uri="{FF2B5EF4-FFF2-40B4-BE49-F238E27FC236}">
                <a16:creationId xmlns:a16="http://schemas.microsoft.com/office/drawing/2014/main" id="{B9E5E1F9-6B65-8D99-495A-AE64F58526D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89557254"/>
              </p:ext>
            </p:extLst>
          </p:nvPr>
        </p:nvGraphicFramePr>
        <p:xfrm>
          <a:off x="1789194" y="4369988"/>
          <a:ext cx="2290762" cy="577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75" name="Equation" r:id="rId8" imgW="3225600" imgH="812520" progId="Equation.DSMT4">
                  <p:embed/>
                </p:oleObj>
              </mc:Choice>
              <mc:Fallback>
                <p:oleObj name="Equation" r:id="rId8" imgW="3225600" imgH="812520" progId="Equation.DSMT4">
                  <p:embed/>
                  <p:pic>
                    <p:nvPicPr>
                      <p:cNvPr id="14" name="对象 5">
                        <a:extLst>
                          <a:ext uri="{FF2B5EF4-FFF2-40B4-BE49-F238E27FC236}">
                            <a16:creationId xmlns:a16="http://schemas.microsoft.com/office/drawing/2014/main" id="{6E406EC7-8FA8-4B2B-8FD4-66585A7205E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89194" y="4369988"/>
                        <a:ext cx="2290762" cy="577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文本框 13">
            <a:extLst>
              <a:ext uri="{FF2B5EF4-FFF2-40B4-BE49-F238E27FC236}">
                <a16:creationId xmlns:a16="http://schemas.microsoft.com/office/drawing/2014/main" id="{E65C3F2A-A905-59C8-C3D6-06F7036BA5F7}"/>
              </a:ext>
            </a:extLst>
          </p:cNvPr>
          <p:cNvSpPr txBox="1"/>
          <p:nvPr/>
        </p:nvSpPr>
        <p:spPr>
          <a:xfrm>
            <a:off x="306468" y="4540808"/>
            <a:ext cx="14371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感生电动势</a:t>
            </a:r>
          </a:p>
        </p:txBody>
      </p:sp>
      <p:graphicFrame>
        <p:nvGraphicFramePr>
          <p:cNvPr id="19" name="Group 84">
            <a:extLst>
              <a:ext uri="{FF2B5EF4-FFF2-40B4-BE49-F238E27FC236}">
                <a16:creationId xmlns:a16="http://schemas.microsoft.com/office/drawing/2014/main" id="{3FA9F992-E8EC-2050-B853-2996E59E9D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6618272"/>
              </p:ext>
            </p:extLst>
          </p:nvPr>
        </p:nvGraphicFramePr>
        <p:xfrm>
          <a:off x="2526425" y="700718"/>
          <a:ext cx="6608805" cy="2832924"/>
        </p:xfrm>
        <a:graphic>
          <a:graphicData uri="http://schemas.openxmlformats.org/drawingml/2006/table">
            <a:tbl>
              <a:tblPr/>
              <a:tblGrid>
                <a:gridCol w="8606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051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4302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66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</a:txBody>
                  <a:tcPr marL="77703" marR="77703" marT="29139" marB="29139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7DD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静电场</a:t>
                      </a:r>
                    </a:p>
                  </a:txBody>
                  <a:tcPr marL="77703" marR="77703" marT="29139" marB="2913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7DD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感生电场</a:t>
                      </a:r>
                    </a:p>
                  </a:txBody>
                  <a:tcPr marL="77703" marR="77703" marT="29139" marB="2913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7DD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73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起源</a:t>
                      </a:r>
                    </a:p>
                  </a:txBody>
                  <a:tcPr marL="77703" marR="77703" marT="29139" marB="29139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静止电荷激发</a:t>
                      </a:r>
                    </a:p>
                  </a:txBody>
                  <a:tcPr marL="77703" marR="77703" marT="29139" marB="2913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变化磁场激发</a:t>
                      </a:r>
                    </a:p>
                  </a:txBody>
                  <a:tcPr marL="77703" marR="77703" marT="29139" marB="2913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694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场线</a:t>
                      </a:r>
                    </a:p>
                  </a:txBody>
                  <a:tcPr marL="77703" marR="77703" marT="29139" marB="29139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始于正电荷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止于负电荷</a:t>
                      </a:r>
                    </a:p>
                  </a:txBody>
                  <a:tcPr marL="77703" marR="77703" marT="29139" marB="2913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无头无尾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闭合曲线</a:t>
                      </a:r>
                    </a:p>
                  </a:txBody>
                  <a:tcPr marL="77703" marR="77703" marT="29139" marB="2913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0358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3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性质</a:t>
                      </a:r>
                    </a:p>
                  </a:txBody>
                  <a:tcPr marL="77703" marR="77703" marT="29139" marB="29139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3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有源场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3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无旋场</a:t>
                      </a:r>
                    </a:p>
                  </a:txBody>
                  <a:tcPr marL="77703" marR="77703" marT="29139" marB="2913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3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无源场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3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有旋场</a:t>
                      </a:r>
                    </a:p>
                  </a:txBody>
                  <a:tcPr marL="77703" marR="77703" marT="29139" marB="2913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20" name="对象 19">
            <a:extLst>
              <a:ext uri="{FF2B5EF4-FFF2-40B4-BE49-F238E27FC236}">
                <a16:creationId xmlns:a16="http://schemas.microsoft.com/office/drawing/2014/main" id="{DA22021D-8C26-DFA1-9667-6FA45A34802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47182586"/>
              </p:ext>
            </p:extLst>
          </p:nvPr>
        </p:nvGraphicFramePr>
        <p:xfrm>
          <a:off x="4230780" y="3046300"/>
          <a:ext cx="1241091" cy="4532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76" r:id="rId10" imgW="1459866" imgH="533169" progId="Equation.DSMT4">
                  <p:embed/>
                </p:oleObj>
              </mc:Choice>
              <mc:Fallback>
                <p:oleObj r:id="rId10" imgW="1459866" imgH="533169" progId="Equation.DSMT4">
                  <p:embed/>
                  <p:pic>
                    <p:nvPicPr>
                      <p:cNvPr id="17" name="对象 16">
                        <a:extLst>
                          <a:ext uri="{FF2B5EF4-FFF2-40B4-BE49-F238E27FC236}">
                            <a16:creationId xmlns:a16="http://schemas.microsoft.com/office/drawing/2014/main" id="{3645E1D6-2FB1-4376-9211-A9B84E17C9A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30780" y="3046300"/>
                        <a:ext cx="1241091" cy="45326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对象 21">
            <a:extLst>
              <a:ext uri="{FF2B5EF4-FFF2-40B4-BE49-F238E27FC236}">
                <a16:creationId xmlns:a16="http://schemas.microsoft.com/office/drawing/2014/main" id="{E7FF80B9-EDC4-1758-3DB9-B97F538B3EB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63803941"/>
              </p:ext>
            </p:extLst>
          </p:nvPr>
        </p:nvGraphicFramePr>
        <p:xfrm>
          <a:off x="6653543" y="2927631"/>
          <a:ext cx="2331091" cy="6259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77" r:id="rId12" imgW="2743200" imgH="736600" progId="Equation.DSMT4">
                  <p:embed/>
                </p:oleObj>
              </mc:Choice>
              <mc:Fallback>
                <p:oleObj r:id="rId12" imgW="2743200" imgH="736600" progId="Equation.DSMT4">
                  <p:embed/>
                  <p:pic>
                    <p:nvPicPr>
                      <p:cNvPr id="18" name="对象 17">
                        <a:extLst>
                          <a:ext uri="{FF2B5EF4-FFF2-40B4-BE49-F238E27FC236}">
                            <a16:creationId xmlns:a16="http://schemas.microsoft.com/office/drawing/2014/main" id="{58C3481E-3663-4DFF-B350-63A3564FE4C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53543" y="2927631"/>
                        <a:ext cx="2331091" cy="62594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对象 22">
            <a:extLst>
              <a:ext uri="{FF2B5EF4-FFF2-40B4-BE49-F238E27FC236}">
                <a16:creationId xmlns:a16="http://schemas.microsoft.com/office/drawing/2014/main" id="{AD2AAD9E-F2C7-D13E-9667-EAB3D9CD34C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65775095"/>
              </p:ext>
            </p:extLst>
          </p:nvPr>
        </p:nvGraphicFramePr>
        <p:xfrm>
          <a:off x="6837944" y="2368056"/>
          <a:ext cx="1305844" cy="4532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78" r:id="rId14" imgW="1536033" imgH="533169" progId="Equation.DSMT4">
                  <p:embed/>
                </p:oleObj>
              </mc:Choice>
              <mc:Fallback>
                <p:oleObj r:id="rId14" imgW="1536033" imgH="533169" progId="Equation.DSMT4">
                  <p:embed/>
                  <p:pic>
                    <p:nvPicPr>
                      <p:cNvPr id="19" name="对象 18">
                        <a:extLst>
                          <a:ext uri="{FF2B5EF4-FFF2-40B4-BE49-F238E27FC236}">
                            <a16:creationId xmlns:a16="http://schemas.microsoft.com/office/drawing/2014/main" id="{F4BD536A-EF36-4489-85AE-21EFA978AAD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37944" y="2368056"/>
                        <a:ext cx="1305844" cy="45326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对象 23">
            <a:extLst>
              <a:ext uri="{FF2B5EF4-FFF2-40B4-BE49-F238E27FC236}">
                <a16:creationId xmlns:a16="http://schemas.microsoft.com/office/drawing/2014/main" id="{1238BEDD-11B3-2179-45A7-9515BAFC6CC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15382115"/>
              </p:ext>
            </p:extLst>
          </p:nvPr>
        </p:nvGraphicFramePr>
        <p:xfrm>
          <a:off x="4147261" y="2207179"/>
          <a:ext cx="1683566" cy="7446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79" r:id="rId16" imgW="1981200" imgH="876300" progId="Equation.DSMT4">
                  <p:embed/>
                </p:oleObj>
              </mc:Choice>
              <mc:Fallback>
                <p:oleObj r:id="rId16" imgW="1981200" imgH="876300" progId="Equation.DSMT4">
                  <p:embed/>
                  <p:pic>
                    <p:nvPicPr>
                      <p:cNvPr id="20" name="对象 19">
                        <a:extLst>
                          <a:ext uri="{FF2B5EF4-FFF2-40B4-BE49-F238E27FC236}">
                            <a16:creationId xmlns:a16="http://schemas.microsoft.com/office/drawing/2014/main" id="{C5F5C49D-1190-4F0F-892E-B04150DE099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47261" y="2207179"/>
                        <a:ext cx="1683566" cy="74465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7" name="图片 16">
            <a:extLst>
              <a:ext uri="{FF2B5EF4-FFF2-40B4-BE49-F238E27FC236}">
                <a16:creationId xmlns:a16="http://schemas.microsoft.com/office/drawing/2014/main" id="{13C470E0-3D9E-4324-A63B-B70AC780F36E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883201" y="3687207"/>
            <a:ext cx="3954331" cy="1365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3991502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Box 34">
            <a:extLst>
              <a:ext uri="{FF2B5EF4-FFF2-40B4-BE49-F238E27FC236}">
                <a16:creationId xmlns:a16="http://schemas.microsoft.com/office/drawing/2014/main" id="{295F35C4-D5B7-B0DA-671F-3459D18EA499}"/>
              </a:ext>
            </a:extLst>
          </p:cNvPr>
          <p:cNvSpPr txBox="1"/>
          <p:nvPr/>
        </p:nvSpPr>
        <p:spPr>
          <a:xfrm>
            <a:off x="205820" y="0"/>
            <a:ext cx="4425201" cy="46134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sz="2398" b="1" dirty="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变化的电磁场</a:t>
            </a:r>
            <a:endParaRPr lang="zh-CN" altLang="en-US" sz="2398" b="1" dirty="0">
              <a:solidFill>
                <a:srgbClr val="CC0000"/>
              </a:solidFill>
              <a:latin typeface="宋体" panose="02010600030101010101" pitchFamily="2" charset="-122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5D5509AE-37EA-26FA-EE59-266061BEBB46}"/>
              </a:ext>
            </a:extLst>
          </p:cNvPr>
          <p:cNvSpPr txBox="1"/>
          <p:nvPr/>
        </p:nvSpPr>
        <p:spPr>
          <a:xfrm>
            <a:off x="205820" y="595901"/>
            <a:ext cx="52602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会用法拉第电磁感应定律和电动势定义求电动势</a:t>
            </a:r>
          </a:p>
        </p:txBody>
      </p:sp>
      <p:pic>
        <p:nvPicPr>
          <p:cNvPr id="26" name="图片 25">
            <a:extLst>
              <a:ext uri="{FF2B5EF4-FFF2-40B4-BE49-F238E27FC236}">
                <a16:creationId xmlns:a16="http://schemas.microsoft.com/office/drawing/2014/main" id="{F6A563E5-9683-A0EA-7D19-4A01E5BAFF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7" y="1515685"/>
            <a:ext cx="4565073" cy="1864904"/>
          </a:xfrm>
          <a:prstGeom prst="rect">
            <a:avLst/>
          </a:prstGeom>
        </p:spPr>
      </p:pic>
      <p:pic>
        <p:nvPicPr>
          <p:cNvPr id="27" name="图片 26">
            <a:extLst>
              <a:ext uri="{FF2B5EF4-FFF2-40B4-BE49-F238E27FC236}">
                <a16:creationId xmlns:a16="http://schemas.microsoft.com/office/drawing/2014/main" id="{438D010F-9B39-5B6A-6B1E-F9E868609E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65678" y="923325"/>
            <a:ext cx="5178322" cy="3293674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680B8220-9626-A288-90B1-2A52848AAA3D}"/>
              </a:ext>
            </a:extLst>
          </p:cNvPr>
          <p:cNvSpPr/>
          <p:nvPr/>
        </p:nvSpPr>
        <p:spPr>
          <a:xfrm>
            <a:off x="2822" y="542492"/>
            <a:ext cx="9138356" cy="90794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2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343CCD5-CD37-42D1-E095-34D80A7BA38A}"/>
              </a:ext>
            </a:extLst>
          </p:cNvPr>
          <p:cNvSpPr/>
          <p:nvPr/>
        </p:nvSpPr>
        <p:spPr>
          <a:xfrm flipV="1">
            <a:off x="8770" y="448474"/>
            <a:ext cx="9131296" cy="52969"/>
          </a:xfrm>
          <a:prstGeom prst="rect">
            <a:avLst/>
          </a:prstGeom>
          <a:solidFill>
            <a:srgbClr val="A86E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2" dirty="0"/>
          </a:p>
        </p:txBody>
      </p:sp>
    </p:spTree>
    <p:extLst>
      <p:ext uri="{BB962C8B-B14F-4D97-AF65-F5344CB8AC3E}">
        <p14:creationId xmlns:p14="http://schemas.microsoft.com/office/powerpoint/2010/main" val="2571025713"/>
      </p:ext>
    </p:extLst>
  </p:cSld>
  <p:clrMapOvr>
    <a:masterClrMapping/>
  </p:clrMapOvr>
  <p:transition>
    <p:wipe dir="r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894613-00B9-4076-9FA1-18ADCCCAB9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3786" y="-73485"/>
            <a:ext cx="7886700" cy="647135"/>
          </a:xfrm>
        </p:spPr>
        <p:txBody>
          <a:bodyPr>
            <a:normAutofit/>
          </a:bodyPr>
          <a:lstStyle/>
          <a:p>
            <a:pPr defTabSz="457200"/>
            <a:r>
              <a:rPr lang="zh-CN" altLang="en-US" sz="2398" b="1" dirty="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光的干涉</a:t>
            </a:r>
          </a:p>
        </p:txBody>
      </p:sp>
      <p:sp>
        <p:nvSpPr>
          <p:cNvPr id="16" name="Rectangle 109">
            <a:extLst>
              <a:ext uri="{FF2B5EF4-FFF2-40B4-BE49-F238E27FC236}">
                <a16:creationId xmlns:a16="http://schemas.microsoft.com/office/drawing/2014/main" id="{C47F624C-5357-473A-A174-CCB73ECDC6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064" y="1115165"/>
            <a:ext cx="862671" cy="3976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sz="1499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波程差</a:t>
            </a:r>
          </a:p>
        </p:txBody>
      </p:sp>
      <p:graphicFrame>
        <p:nvGraphicFramePr>
          <p:cNvPr id="17" name="对象 1">
            <a:extLst>
              <a:ext uri="{FF2B5EF4-FFF2-40B4-BE49-F238E27FC236}">
                <a16:creationId xmlns:a16="http://schemas.microsoft.com/office/drawing/2014/main" id="{95AFEDF1-A9D1-497E-AC36-33C4ABA4EBC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17734" y="1243672"/>
          <a:ext cx="828163" cy="2855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92" r:id="rId3" imgW="1104900" imgH="381000" progId="Equation.DSMT4">
                  <p:embed/>
                </p:oleObj>
              </mc:Choice>
              <mc:Fallback>
                <p:oleObj r:id="rId3" imgW="1104900" imgH="381000" progId="Equation.DSMT4">
                  <p:embed/>
                  <p:pic>
                    <p:nvPicPr>
                      <p:cNvPr id="17" name="对象 1">
                        <a:extLst>
                          <a:ext uri="{FF2B5EF4-FFF2-40B4-BE49-F238E27FC236}">
                            <a16:creationId xmlns:a16="http://schemas.microsoft.com/office/drawing/2014/main" id="{95AFEDF1-A9D1-497E-AC36-33C4ABA4EBC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7734" y="1243672"/>
                        <a:ext cx="828163" cy="28557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23">
            <a:extLst>
              <a:ext uri="{FF2B5EF4-FFF2-40B4-BE49-F238E27FC236}">
                <a16:creationId xmlns:a16="http://schemas.microsoft.com/office/drawing/2014/main" id="{DC79372D-6801-4E84-AC39-2BA47BBA2E5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18481" y="1115164"/>
          <a:ext cx="2217955" cy="5425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93" name="Equation" r:id="rId5" imgW="2959100" imgH="723900" progId="Equation.DSMT4">
                  <p:embed/>
                </p:oleObj>
              </mc:Choice>
              <mc:Fallback>
                <p:oleObj name="Equation" r:id="rId5" imgW="2959100" imgH="723900" progId="Equation.DSMT4">
                  <p:embed/>
                  <p:pic>
                    <p:nvPicPr>
                      <p:cNvPr id="18" name="对象 23">
                        <a:extLst>
                          <a:ext uri="{FF2B5EF4-FFF2-40B4-BE49-F238E27FC236}">
                            <a16:creationId xmlns:a16="http://schemas.microsoft.com/office/drawing/2014/main" id="{DC79372D-6801-4E84-AC39-2BA47BBA2E5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18481" y="1115164"/>
                        <a:ext cx="2217955" cy="54259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对象 19">
            <a:extLst>
              <a:ext uri="{FF2B5EF4-FFF2-40B4-BE49-F238E27FC236}">
                <a16:creationId xmlns:a16="http://schemas.microsoft.com/office/drawing/2014/main" id="{22838CE6-7BC8-415B-B029-007A89E24F7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7309" y="2219382"/>
          <a:ext cx="1266043" cy="100902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94" r:id="rId7" imgW="1689100" imgH="1346200" progId="Equation.DSMT4">
                  <p:embed/>
                </p:oleObj>
              </mc:Choice>
              <mc:Fallback>
                <p:oleObj r:id="rId7" imgW="1689100" imgH="1346200" progId="Equation.DSMT4">
                  <p:embed/>
                  <p:pic>
                    <p:nvPicPr>
                      <p:cNvPr id="19" name="对象 19">
                        <a:extLst>
                          <a:ext uri="{FF2B5EF4-FFF2-40B4-BE49-F238E27FC236}">
                            <a16:creationId xmlns:a16="http://schemas.microsoft.com/office/drawing/2014/main" id="{22838CE6-7BC8-415B-B029-007A89E24F7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7309" y="2219382"/>
                        <a:ext cx="1266043" cy="100902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对象 2">
            <a:extLst>
              <a:ext uri="{FF2B5EF4-FFF2-40B4-BE49-F238E27FC236}">
                <a16:creationId xmlns:a16="http://schemas.microsoft.com/office/drawing/2014/main" id="{54E8E516-4330-4D7E-A47A-D3FBED17E63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16584" y="2249130"/>
          <a:ext cx="1047103" cy="2284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95" r:id="rId9" imgW="1396394" imgH="304668" progId="Equation.DSMT4">
                  <p:embed/>
                </p:oleObj>
              </mc:Choice>
              <mc:Fallback>
                <p:oleObj r:id="rId9" imgW="1396394" imgH="304668" progId="Equation.DSMT4">
                  <p:embed/>
                  <p:pic>
                    <p:nvPicPr>
                      <p:cNvPr id="20" name="对象 2">
                        <a:extLst>
                          <a:ext uri="{FF2B5EF4-FFF2-40B4-BE49-F238E27FC236}">
                            <a16:creationId xmlns:a16="http://schemas.microsoft.com/office/drawing/2014/main" id="{54E8E516-4330-4D7E-A47A-D3FBED17E63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16584" y="2249130"/>
                        <a:ext cx="1047103" cy="22845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对象 21">
            <a:extLst>
              <a:ext uri="{FF2B5EF4-FFF2-40B4-BE49-F238E27FC236}">
                <a16:creationId xmlns:a16="http://schemas.microsoft.com/office/drawing/2014/main" id="{D0EABEAC-77CE-42A1-A96F-3475A777BDF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92737" y="2844075"/>
          <a:ext cx="856721" cy="2284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96" r:id="rId11" imgW="1143000" imgH="304800" progId="Equation.DSMT4">
                  <p:embed/>
                </p:oleObj>
              </mc:Choice>
              <mc:Fallback>
                <p:oleObj r:id="rId11" imgW="1143000" imgH="304800" progId="Equation.DSMT4">
                  <p:embed/>
                  <p:pic>
                    <p:nvPicPr>
                      <p:cNvPr id="22" name="对象 21">
                        <a:extLst>
                          <a:ext uri="{FF2B5EF4-FFF2-40B4-BE49-F238E27FC236}">
                            <a16:creationId xmlns:a16="http://schemas.microsoft.com/office/drawing/2014/main" id="{D0EABEAC-77CE-42A1-A96F-3475A777BDF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92737" y="2844075"/>
                        <a:ext cx="856721" cy="22845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6" name="组合 35">
            <a:extLst>
              <a:ext uri="{FF2B5EF4-FFF2-40B4-BE49-F238E27FC236}">
                <a16:creationId xmlns:a16="http://schemas.microsoft.com/office/drawing/2014/main" id="{D559A824-3B35-4F84-BBE8-A8F53C8090F0}"/>
              </a:ext>
            </a:extLst>
          </p:cNvPr>
          <p:cNvGrpSpPr>
            <a:grpSpLocks/>
          </p:cNvGrpSpPr>
          <p:nvPr/>
        </p:nvGrpSpPr>
        <p:grpSpPr bwMode="auto">
          <a:xfrm>
            <a:off x="1372008" y="1657755"/>
            <a:ext cx="907886" cy="497374"/>
            <a:chOff x="2144713" y="1479550"/>
            <a:chExt cx="1211262" cy="663575"/>
          </a:xfrm>
        </p:grpSpPr>
        <p:sp>
          <p:nvSpPr>
            <p:cNvPr id="37" name="上箭头 3">
              <a:extLst>
                <a:ext uri="{FF2B5EF4-FFF2-40B4-BE49-F238E27FC236}">
                  <a16:creationId xmlns:a16="http://schemas.microsoft.com/office/drawing/2014/main" id="{9E165098-28B4-4AD4-9EF3-BB7389C0EB50}"/>
                </a:ext>
              </a:extLst>
            </p:cNvPr>
            <p:cNvSpPr/>
            <p:nvPr/>
          </p:nvSpPr>
          <p:spPr>
            <a:xfrm>
              <a:off x="2144713" y="1479550"/>
              <a:ext cx="180975" cy="663575"/>
            </a:xfrm>
            <a:prstGeom prst="upArrow">
              <a:avLst/>
            </a:prstGeom>
            <a:solidFill>
              <a:srgbClr val="00B0F0"/>
            </a:solidFill>
            <a:ln w="25400">
              <a:solidFill>
                <a:srgbClr val="00B0F0"/>
              </a:solidFill>
              <a:headEnd type="none" w="lg" len="lg"/>
              <a:tailEnd type="none" w="med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eaLnBrk="1" hangingPunct="1">
                <a:buFont typeface="Arial" panose="020B0604020202020204" pitchFamily="34" charset="0"/>
                <a:buNone/>
                <a:defRPr/>
              </a:pPr>
              <a:endParaRPr lang="zh-CN" altLang="en-US" sz="1349"/>
            </a:p>
          </p:txBody>
        </p:sp>
        <p:sp>
          <p:nvSpPr>
            <p:cNvPr id="38" name="Rectangle 109">
              <a:extLst>
                <a:ext uri="{FF2B5EF4-FFF2-40B4-BE49-F238E27FC236}">
                  <a16:creationId xmlns:a16="http://schemas.microsoft.com/office/drawing/2014/main" id="{AC6F1184-A648-4F54-9A78-690F38DF5D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73313" y="1601788"/>
              <a:ext cx="982662" cy="4309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buFont typeface="Arial" panose="020B0604020202020204" pitchFamily="34" charset="0"/>
                <a:buNone/>
              </a:pPr>
              <a:r>
                <a:rPr lang="zh-CN" altLang="en-US" sz="1499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代入</a:t>
              </a:r>
            </a:p>
          </p:txBody>
        </p:sp>
      </p:grpSp>
      <p:graphicFrame>
        <p:nvGraphicFramePr>
          <p:cNvPr id="39" name="对象 19">
            <a:extLst>
              <a:ext uri="{FF2B5EF4-FFF2-40B4-BE49-F238E27FC236}">
                <a16:creationId xmlns:a16="http://schemas.microsoft.com/office/drawing/2014/main" id="{E1FEA893-32E5-4F0C-A7B9-45A25F9F952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43353" y="2218193"/>
          <a:ext cx="418841" cy="20942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97" r:id="rId13" imgW="558800" imgH="279400" progId="Equation.DSMT4">
                  <p:embed/>
                </p:oleObj>
              </mc:Choice>
              <mc:Fallback>
                <p:oleObj r:id="rId13" imgW="558800" imgH="279400" progId="Equation.DSMT4">
                  <p:embed/>
                  <p:pic>
                    <p:nvPicPr>
                      <p:cNvPr id="39" name="对象 19">
                        <a:extLst>
                          <a:ext uri="{FF2B5EF4-FFF2-40B4-BE49-F238E27FC236}">
                            <a16:creationId xmlns:a16="http://schemas.microsoft.com/office/drawing/2014/main" id="{E1FEA893-32E5-4F0C-A7B9-45A25F9F952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3353" y="2218193"/>
                        <a:ext cx="418841" cy="20942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" name="对象 19">
            <a:extLst>
              <a:ext uri="{FF2B5EF4-FFF2-40B4-BE49-F238E27FC236}">
                <a16:creationId xmlns:a16="http://schemas.microsoft.com/office/drawing/2014/main" id="{DBD0DA63-4657-42A3-BA63-B5D1AA8032C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07656" y="2698908"/>
          <a:ext cx="1037584" cy="5425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98" r:id="rId15" imgW="1384300" imgH="723900" progId="Equation.DSMT4">
                  <p:embed/>
                </p:oleObj>
              </mc:Choice>
              <mc:Fallback>
                <p:oleObj r:id="rId15" imgW="1384300" imgH="723900" progId="Equation.DSMT4">
                  <p:embed/>
                  <p:pic>
                    <p:nvPicPr>
                      <p:cNvPr id="40" name="对象 19">
                        <a:extLst>
                          <a:ext uri="{FF2B5EF4-FFF2-40B4-BE49-F238E27FC236}">
                            <a16:creationId xmlns:a16="http://schemas.microsoft.com/office/drawing/2014/main" id="{DBD0DA63-4657-42A3-BA63-B5D1AA8032C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07656" y="2698908"/>
                        <a:ext cx="1037584" cy="54259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" name="Rectangle 109">
            <a:extLst>
              <a:ext uri="{FF2B5EF4-FFF2-40B4-BE49-F238E27FC236}">
                <a16:creationId xmlns:a16="http://schemas.microsoft.com/office/drawing/2014/main" id="{6A6AF870-3212-49E9-A0E6-DF3F1F5251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20317" y="2609883"/>
            <a:ext cx="1446906" cy="3976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sz="1499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明纹中心位置</a:t>
            </a:r>
          </a:p>
        </p:txBody>
      </p:sp>
      <p:graphicFrame>
        <p:nvGraphicFramePr>
          <p:cNvPr id="43" name="对象 25">
            <a:extLst>
              <a:ext uri="{FF2B5EF4-FFF2-40B4-BE49-F238E27FC236}">
                <a16:creationId xmlns:a16="http://schemas.microsoft.com/office/drawing/2014/main" id="{89D33C83-6C28-437F-B336-F024FE85429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71515421"/>
              </p:ext>
            </p:extLst>
          </p:nvPr>
        </p:nvGraphicFramePr>
        <p:xfrm>
          <a:off x="6468463" y="2540869"/>
          <a:ext cx="1056622" cy="55210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99" r:id="rId17" imgW="1409700" imgH="736600" progId="Equation.DSMT4">
                  <p:embed/>
                </p:oleObj>
              </mc:Choice>
              <mc:Fallback>
                <p:oleObj r:id="rId17" imgW="1409700" imgH="736600" progId="Equation.DSMT4">
                  <p:embed/>
                  <p:pic>
                    <p:nvPicPr>
                      <p:cNvPr id="43" name="对象 25">
                        <a:extLst>
                          <a:ext uri="{FF2B5EF4-FFF2-40B4-BE49-F238E27FC236}">
                            <a16:creationId xmlns:a16="http://schemas.microsoft.com/office/drawing/2014/main" id="{89D33C83-6C28-437F-B336-F024FE85429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68463" y="2540869"/>
                        <a:ext cx="1056622" cy="55210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" name="对象 26">
            <a:extLst>
              <a:ext uri="{FF2B5EF4-FFF2-40B4-BE49-F238E27FC236}">
                <a16:creationId xmlns:a16="http://schemas.microsoft.com/office/drawing/2014/main" id="{8752602E-C90B-4612-A23C-7F41421C403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77730672"/>
              </p:ext>
            </p:extLst>
          </p:nvPr>
        </p:nvGraphicFramePr>
        <p:xfrm>
          <a:off x="7732126" y="2702694"/>
          <a:ext cx="856721" cy="2284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500" r:id="rId19" imgW="1143000" imgH="304800" progId="Equation.DSMT4">
                  <p:embed/>
                </p:oleObj>
              </mc:Choice>
              <mc:Fallback>
                <p:oleObj r:id="rId19" imgW="1143000" imgH="304800" progId="Equation.DSMT4">
                  <p:embed/>
                  <p:pic>
                    <p:nvPicPr>
                      <p:cNvPr id="44" name="对象 26">
                        <a:extLst>
                          <a:ext uri="{FF2B5EF4-FFF2-40B4-BE49-F238E27FC236}">
                            <a16:creationId xmlns:a16="http://schemas.microsoft.com/office/drawing/2014/main" id="{8752602E-C90B-4612-A23C-7F41421C403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32126" y="2702694"/>
                        <a:ext cx="856721" cy="22845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" name="Rectangle 109">
            <a:extLst>
              <a:ext uri="{FF2B5EF4-FFF2-40B4-BE49-F238E27FC236}">
                <a16:creationId xmlns:a16="http://schemas.microsoft.com/office/drawing/2014/main" id="{FE3BE6B8-ACFB-4393-9FC8-BC7A56E751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20317" y="3090599"/>
            <a:ext cx="1446906" cy="3976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sz="1499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暗纹中心位置</a:t>
            </a:r>
          </a:p>
        </p:txBody>
      </p:sp>
      <p:graphicFrame>
        <p:nvGraphicFramePr>
          <p:cNvPr id="46" name="对象 29">
            <a:extLst>
              <a:ext uri="{FF2B5EF4-FFF2-40B4-BE49-F238E27FC236}">
                <a16:creationId xmlns:a16="http://schemas.microsoft.com/office/drawing/2014/main" id="{69F64217-4004-4E83-8DD8-354FCEBFEF4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77231428"/>
              </p:ext>
            </p:extLst>
          </p:nvPr>
        </p:nvGraphicFramePr>
        <p:xfrm>
          <a:off x="5996076" y="3757269"/>
          <a:ext cx="1646808" cy="55210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501" r:id="rId20" imgW="2197100" imgH="736600" progId="Equation.DSMT4">
                  <p:embed/>
                </p:oleObj>
              </mc:Choice>
              <mc:Fallback>
                <p:oleObj r:id="rId20" imgW="2197100" imgH="736600" progId="Equation.DSMT4">
                  <p:embed/>
                  <p:pic>
                    <p:nvPicPr>
                      <p:cNvPr id="46" name="对象 29">
                        <a:extLst>
                          <a:ext uri="{FF2B5EF4-FFF2-40B4-BE49-F238E27FC236}">
                            <a16:creationId xmlns:a16="http://schemas.microsoft.com/office/drawing/2014/main" id="{69F64217-4004-4E83-8DD8-354FCEBFEF4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96076" y="3757269"/>
                        <a:ext cx="1646808" cy="55210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" name="对象 30">
            <a:extLst>
              <a:ext uri="{FF2B5EF4-FFF2-40B4-BE49-F238E27FC236}">
                <a16:creationId xmlns:a16="http://schemas.microsoft.com/office/drawing/2014/main" id="{9D001B03-742D-46C7-86D8-E9B11C34C88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02070540"/>
              </p:ext>
            </p:extLst>
          </p:nvPr>
        </p:nvGraphicFramePr>
        <p:xfrm>
          <a:off x="7885621" y="3952411"/>
          <a:ext cx="856721" cy="2284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502" r:id="rId22" imgW="1143000" imgH="304800" progId="Equation.DSMT4">
                  <p:embed/>
                </p:oleObj>
              </mc:Choice>
              <mc:Fallback>
                <p:oleObj r:id="rId22" imgW="1143000" imgH="304800" progId="Equation.DSMT4">
                  <p:embed/>
                  <p:pic>
                    <p:nvPicPr>
                      <p:cNvPr id="47" name="对象 30">
                        <a:extLst>
                          <a:ext uri="{FF2B5EF4-FFF2-40B4-BE49-F238E27FC236}">
                            <a16:creationId xmlns:a16="http://schemas.microsoft.com/office/drawing/2014/main" id="{9D001B03-742D-46C7-86D8-E9B11C34C88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85621" y="3952411"/>
                        <a:ext cx="856721" cy="22845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" name="Rectangle 109">
            <a:extLst>
              <a:ext uri="{FF2B5EF4-FFF2-40B4-BE49-F238E27FC236}">
                <a16:creationId xmlns:a16="http://schemas.microsoft.com/office/drawing/2014/main" id="{41A6ACD1-2484-409A-8D95-68686EAE1A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3721" y="4435506"/>
            <a:ext cx="1055433" cy="3976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sz="1499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条纹间距</a:t>
            </a:r>
          </a:p>
        </p:txBody>
      </p:sp>
      <p:graphicFrame>
        <p:nvGraphicFramePr>
          <p:cNvPr id="49" name="对象 32">
            <a:extLst>
              <a:ext uri="{FF2B5EF4-FFF2-40B4-BE49-F238E27FC236}">
                <a16:creationId xmlns:a16="http://schemas.microsoft.com/office/drawing/2014/main" id="{310E12AB-921A-40CF-8187-D6A8B184745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35794315"/>
              </p:ext>
            </p:extLst>
          </p:nvPr>
        </p:nvGraphicFramePr>
        <p:xfrm>
          <a:off x="6888494" y="4392670"/>
          <a:ext cx="1751518" cy="55210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503" r:id="rId23" imgW="2336800" imgH="736600" progId="Equation.DSMT4">
                  <p:embed/>
                </p:oleObj>
              </mc:Choice>
              <mc:Fallback>
                <p:oleObj r:id="rId23" imgW="2336800" imgH="736600" progId="Equation.DSMT4">
                  <p:embed/>
                  <p:pic>
                    <p:nvPicPr>
                      <p:cNvPr id="49" name="对象 32">
                        <a:extLst>
                          <a:ext uri="{FF2B5EF4-FFF2-40B4-BE49-F238E27FC236}">
                            <a16:creationId xmlns:a16="http://schemas.microsoft.com/office/drawing/2014/main" id="{310E12AB-921A-40CF-8187-D6A8B184745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88494" y="4392670"/>
                        <a:ext cx="1751518" cy="55210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" name="对象 23">
            <a:extLst>
              <a:ext uri="{FF2B5EF4-FFF2-40B4-BE49-F238E27FC236}">
                <a16:creationId xmlns:a16="http://schemas.microsoft.com/office/drawing/2014/main" id="{F7516B4D-58C1-4D6E-B56F-B58780CD5B1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49034262"/>
              </p:ext>
            </p:extLst>
          </p:nvPr>
        </p:nvGraphicFramePr>
        <p:xfrm>
          <a:off x="6438715" y="3051332"/>
          <a:ext cx="1979977" cy="5425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504" name="Equation" r:id="rId25" imgW="2641600" imgH="723900" progId="Equation.DSMT4">
                  <p:embed/>
                </p:oleObj>
              </mc:Choice>
              <mc:Fallback>
                <p:oleObj name="Equation" r:id="rId25" imgW="2641600" imgH="723900" progId="Equation.DSMT4">
                  <p:embed/>
                  <p:pic>
                    <p:nvPicPr>
                      <p:cNvPr id="50" name="对象 23">
                        <a:extLst>
                          <a:ext uri="{FF2B5EF4-FFF2-40B4-BE49-F238E27FC236}">
                            <a16:creationId xmlns:a16="http://schemas.microsoft.com/office/drawing/2014/main" id="{F7516B4D-58C1-4D6E-B56F-B58780CD5B1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38715" y="3051332"/>
                        <a:ext cx="1979977" cy="54259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51" name="直接连接符 50">
            <a:extLst>
              <a:ext uri="{FF2B5EF4-FFF2-40B4-BE49-F238E27FC236}">
                <a16:creationId xmlns:a16="http://schemas.microsoft.com/office/drawing/2014/main" id="{CE3B6761-5EAE-4C77-A349-08351EF5BC61}"/>
              </a:ext>
            </a:extLst>
          </p:cNvPr>
          <p:cNvCxnSpPr/>
          <p:nvPr/>
        </p:nvCxnSpPr>
        <p:spPr>
          <a:xfrm>
            <a:off x="5037143" y="1399599"/>
            <a:ext cx="204661" cy="466437"/>
          </a:xfrm>
          <a:prstGeom prst="line">
            <a:avLst/>
          </a:prstGeom>
          <a:ln w="12700">
            <a:solidFill>
              <a:schemeClr val="tx1"/>
            </a:solidFill>
            <a:headEnd type="non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接连接符 51">
            <a:extLst>
              <a:ext uri="{FF2B5EF4-FFF2-40B4-BE49-F238E27FC236}">
                <a16:creationId xmlns:a16="http://schemas.microsoft.com/office/drawing/2014/main" id="{A01521B0-6D47-4248-9C7B-C97CFA3E477D}"/>
              </a:ext>
            </a:extLst>
          </p:cNvPr>
          <p:cNvCxnSpPr/>
          <p:nvPr/>
        </p:nvCxnSpPr>
        <p:spPr>
          <a:xfrm flipV="1">
            <a:off x="5037144" y="1099746"/>
            <a:ext cx="1824101" cy="610414"/>
          </a:xfrm>
          <a:prstGeom prst="line">
            <a:avLst/>
          </a:prstGeom>
          <a:ln w="9525">
            <a:solidFill>
              <a:schemeClr val="tx1"/>
            </a:solidFill>
            <a:prstDash val="dash"/>
            <a:headEnd type="non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3" name="组合 52">
            <a:extLst>
              <a:ext uri="{FF2B5EF4-FFF2-40B4-BE49-F238E27FC236}">
                <a16:creationId xmlns:a16="http://schemas.microsoft.com/office/drawing/2014/main" id="{B14F9779-8928-4401-BE75-A0D7B1FF175F}"/>
              </a:ext>
            </a:extLst>
          </p:cNvPr>
          <p:cNvGrpSpPr>
            <a:grpSpLocks/>
          </p:cNvGrpSpPr>
          <p:nvPr/>
        </p:nvGrpSpPr>
        <p:grpSpPr bwMode="auto">
          <a:xfrm>
            <a:off x="5039523" y="964100"/>
            <a:ext cx="0" cy="1477843"/>
            <a:chOff x="5526289" y="4102526"/>
            <a:chExt cx="0" cy="1971175"/>
          </a:xfrm>
        </p:grpSpPr>
        <p:cxnSp>
          <p:nvCxnSpPr>
            <p:cNvPr id="54" name="直接连接符 53">
              <a:extLst>
                <a:ext uri="{FF2B5EF4-FFF2-40B4-BE49-F238E27FC236}">
                  <a16:creationId xmlns:a16="http://schemas.microsoft.com/office/drawing/2014/main" id="{EF0BD85F-282B-41BD-82DB-570D0B914B1F}"/>
                </a:ext>
              </a:extLst>
            </p:cNvPr>
            <p:cNvCxnSpPr/>
            <p:nvPr/>
          </p:nvCxnSpPr>
          <p:spPr>
            <a:xfrm flipV="1">
              <a:off x="5526289" y="4102526"/>
              <a:ext cx="0" cy="506285"/>
            </a:xfrm>
            <a:prstGeom prst="line">
              <a:avLst/>
            </a:prstGeom>
            <a:ln w="25400">
              <a:solidFill>
                <a:schemeClr val="tx1"/>
              </a:solidFill>
              <a:headEnd type="none"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直接连接符 54">
              <a:extLst>
                <a:ext uri="{FF2B5EF4-FFF2-40B4-BE49-F238E27FC236}">
                  <a16:creationId xmlns:a16="http://schemas.microsoft.com/office/drawing/2014/main" id="{04C57AD8-6BF4-4C98-9A2F-D65499956D72}"/>
                </a:ext>
              </a:extLst>
            </p:cNvPr>
            <p:cNvCxnSpPr/>
            <p:nvPr/>
          </p:nvCxnSpPr>
          <p:spPr>
            <a:xfrm flipV="1">
              <a:off x="5526289" y="4734191"/>
              <a:ext cx="0" cy="661820"/>
            </a:xfrm>
            <a:prstGeom prst="line">
              <a:avLst/>
            </a:prstGeom>
            <a:ln w="25400">
              <a:solidFill>
                <a:schemeClr val="tx1"/>
              </a:solidFill>
              <a:headEnd type="none"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接连接符 55">
              <a:extLst>
                <a:ext uri="{FF2B5EF4-FFF2-40B4-BE49-F238E27FC236}">
                  <a16:creationId xmlns:a16="http://schemas.microsoft.com/office/drawing/2014/main" id="{D61EDE52-1DF6-4536-BD7A-9D3CD7F9F5E9}"/>
                </a:ext>
              </a:extLst>
            </p:cNvPr>
            <p:cNvCxnSpPr/>
            <p:nvPr/>
          </p:nvCxnSpPr>
          <p:spPr>
            <a:xfrm flipV="1">
              <a:off x="5526289" y="5473778"/>
              <a:ext cx="0" cy="599923"/>
            </a:xfrm>
            <a:prstGeom prst="line">
              <a:avLst/>
            </a:prstGeom>
            <a:ln w="25400">
              <a:solidFill>
                <a:schemeClr val="tx1"/>
              </a:solidFill>
              <a:headEnd type="none"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7" name="直接连接符 56">
            <a:extLst>
              <a:ext uri="{FF2B5EF4-FFF2-40B4-BE49-F238E27FC236}">
                <a16:creationId xmlns:a16="http://schemas.microsoft.com/office/drawing/2014/main" id="{EE390DB3-BD87-4A11-9544-DC57D60611EE}"/>
              </a:ext>
            </a:extLst>
          </p:cNvPr>
          <p:cNvCxnSpPr/>
          <p:nvPr/>
        </p:nvCxnSpPr>
        <p:spPr>
          <a:xfrm>
            <a:off x="6870763" y="948631"/>
            <a:ext cx="0" cy="1493312"/>
          </a:xfrm>
          <a:prstGeom prst="line">
            <a:avLst/>
          </a:prstGeom>
          <a:ln w="25400">
            <a:solidFill>
              <a:schemeClr val="tx1"/>
            </a:solidFill>
            <a:headEnd type="non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接连接符 57">
            <a:extLst>
              <a:ext uri="{FF2B5EF4-FFF2-40B4-BE49-F238E27FC236}">
                <a16:creationId xmlns:a16="http://schemas.microsoft.com/office/drawing/2014/main" id="{40134075-2C41-4F31-972B-12F6AB9D299B}"/>
              </a:ext>
            </a:extLst>
          </p:cNvPr>
          <p:cNvCxnSpPr/>
          <p:nvPr/>
        </p:nvCxnSpPr>
        <p:spPr>
          <a:xfrm>
            <a:off x="5039523" y="1710160"/>
            <a:ext cx="1821721" cy="0"/>
          </a:xfrm>
          <a:prstGeom prst="line">
            <a:avLst/>
          </a:prstGeom>
          <a:ln w="9525">
            <a:solidFill>
              <a:schemeClr val="tx1"/>
            </a:solidFill>
            <a:prstDash val="dash"/>
            <a:headEnd type="non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9" name="组合 58">
            <a:extLst>
              <a:ext uri="{FF2B5EF4-FFF2-40B4-BE49-F238E27FC236}">
                <a16:creationId xmlns:a16="http://schemas.microsoft.com/office/drawing/2014/main" id="{65B6AFB4-004E-4E98-A717-5367B8EBEBF1}"/>
              </a:ext>
            </a:extLst>
          </p:cNvPr>
          <p:cNvGrpSpPr>
            <a:grpSpLocks/>
          </p:cNvGrpSpPr>
          <p:nvPr/>
        </p:nvGrpSpPr>
        <p:grpSpPr bwMode="auto">
          <a:xfrm>
            <a:off x="5037144" y="1099747"/>
            <a:ext cx="1824101" cy="860291"/>
            <a:chOff x="5523221" y="4283076"/>
            <a:chExt cx="2433286" cy="1148092"/>
          </a:xfrm>
        </p:grpSpPr>
        <p:cxnSp>
          <p:nvCxnSpPr>
            <p:cNvPr id="60" name="直接连接符 59">
              <a:extLst>
                <a:ext uri="{FF2B5EF4-FFF2-40B4-BE49-F238E27FC236}">
                  <a16:creationId xmlns:a16="http://schemas.microsoft.com/office/drawing/2014/main" id="{72C4BB89-AB57-40E1-A83C-7213C023A2F0}"/>
                </a:ext>
              </a:extLst>
            </p:cNvPr>
            <p:cNvCxnSpPr/>
            <p:nvPr/>
          </p:nvCxnSpPr>
          <p:spPr>
            <a:xfrm flipV="1">
              <a:off x="5523221" y="4283076"/>
              <a:ext cx="2433286" cy="1148092"/>
            </a:xfrm>
            <a:prstGeom prst="line">
              <a:avLst/>
            </a:prstGeom>
            <a:ln w="12700">
              <a:solidFill>
                <a:srgbClr val="00B0F0"/>
              </a:solidFill>
              <a:headEnd type="none"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直接连接符 60">
              <a:extLst>
                <a:ext uri="{FF2B5EF4-FFF2-40B4-BE49-F238E27FC236}">
                  <a16:creationId xmlns:a16="http://schemas.microsoft.com/office/drawing/2014/main" id="{81EAD564-1616-420C-BD62-1ED99DFF02BA}"/>
                </a:ext>
              </a:extLst>
            </p:cNvPr>
            <p:cNvCxnSpPr/>
            <p:nvPr/>
          </p:nvCxnSpPr>
          <p:spPr>
            <a:xfrm flipV="1">
              <a:off x="6735896" y="4791222"/>
              <a:ext cx="139680" cy="66694"/>
            </a:xfrm>
            <a:prstGeom prst="line">
              <a:avLst/>
            </a:prstGeom>
            <a:ln w="12700">
              <a:solidFill>
                <a:srgbClr val="00B0F0"/>
              </a:solidFill>
              <a:headEnd type="none" w="lg" len="lg"/>
              <a:tailEnd type="stealth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2" name="组合 61">
            <a:extLst>
              <a:ext uri="{FF2B5EF4-FFF2-40B4-BE49-F238E27FC236}">
                <a16:creationId xmlns:a16="http://schemas.microsoft.com/office/drawing/2014/main" id="{1D8D700E-8D96-4C59-AA59-B3499E646162}"/>
              </a:ext>
            </a:extLst>
          </p:cNvPr>
          <p:cNvGrpSpPr>
            <a:grpSpLocks/>
          </p:cNvGrpSpPr>
          <p:nvPr/>
        </p:nvGrpSpPr>
        <p:grpSpPr bwMode="auto">
          <a:xfrm>
            <a:off x="5037144" y="1099747"/>
            <a:ext cx="1824101" cy="299852"/>
            <a:chOff x="5523221" y="4283075"/>
            <a:chExt cx="2433286" cy="399389"/>
          </a:xfrm>
        </p:grpSpPr>
        <p:cxnSp>
          <p:nvCxnSpPr>
            <p:cNvPr id="63" name="直接连接符 62">
              <a:extLst>
                <a:ext uri="{FF2B5EF4-FFF2-40B4-BE49-F238E27FC236}">
                  <a16:creationId xmlns:a16="http://schemas.microsoft.com/office/drawing/2014/main" id="{16F4B65A-84D6-4BFD-BE8A-1EBE616AC524}"/>
                </a:ext>
              </a:extLst>
            </p:cNvPr>
            <p:cNvCxnSpPr/>
            <p:nvPr/>
          </p:nvCxnSpPr>
          <p:spPr>
            <a:xfrm flipV="1">
              <a:off x="5523221" y="4283075"/>
              <a:ext cx="2433286" cy="399389"/>
            </a:xfrm>
            <a:prstGeom prst="line">
              <a:avLst/>
            </a:prstGeom>
            <a:ln w="12700">
              <a:solidFill>
                <a:srgbClr val="00B0F0"/>
              </a:solidFill>
              <a:headEnd type="none"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直接连接符 63">
              <a:extLst>
                <a:ext uri="{FF2B5EF4-FFF2-40B4-BE49-F238E27FC236}">
                  <a16:creationId xmlns:a16="http://schemas.microsoft.com/office/drawing/2014/main" id="{5E0AFB0B-6853-4777-9A7E-0FAC751E94FC}"/>
                </a:ext>
              </a:extLst>
            </p:cNvPr>
            <p:cNvCxnSpPr/>
            <p:nvPr/>
          </p:nvCxnSpPr>
          <p:spPr>
            <a:xfrm flipV="1">
              <a:off x="6653358" y="4482770"/>
              <a:ext cx="80950" cy="12679"/>
            </a:xfrm>
            <a:prstGeom prst="line">
              <a:avLst/>
            </a:prstGeom>
            <a:ln w="12700">
              <a:solidFill>
                <a:srgbClr val="00B0F0"/>
              </a:solidFill>
              <a:headEnd type="none" w="lg" len="lg"/>
              <a:tailEnd type="stealth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5" name="任意多边形 35">
            <a:extLst>
              <a:ext uri="{FF2B5EF4-FFF2-40B4-BE49-F238E27FC236}">
                <a16:creationId xmlns:a16="http://schemas.microsoft.com/office/drawing/2014/main" id="{21584A15-1073-4532-8570-7A37AA79BB1C}"/>
              </a:ext>
            </a:extLst>
          </p:cNvPr>
          <p:cNvSpPr/>
          <p:nvPr/>
        </p:nvSpPr>
        <p:spPr>
          <a:xfrm>
            <a:off x="5037143" y="1585222"/>
            <a:ext cx="78533" cy="24988"/>
          </a:xfrm>
          <a:custGeom>
            <a:avLst/>
            <a:gdLst>
              <a:gd name="connsiteX0" fmla="*/ 0 w 104328"/>
              <a:gd name="connsiteY0" fmla="*/ 12274 h 33836"/>
              <a:gd name="connsiteX1" fmla="*/ 104328 w 104328"/>
              <a:gd name="connsiteY1" fmla="*/ 0 h 338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4328" h="33836">
                <a:moveTo>
                  <a:pt x="0" y="12274"/>
                </a:moveTo>
                <a:cubicBezTo>
                  <a:pt x="26338" y="32730"/>
                  <a:pt x="52676" y="53186"/>
                  <a:pt x="104328" y="0"/>
                </a:cubicBezTo>
              </a:path>
            </a:pathLst>
          </a:cu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eaLnBrk="1" hangingPunct="1">
              <a:buFont typeface="Arial" panose="020B0604020202020204" pitchFamily="34" charset="0"/>
              <a:buNone/>
              <a:defRPr/>
            </a:pPr>
            <a:endParaRPr lang="zh-CN" altLang="en-US" sz="1349"/>
          </a:p>
        </p:txBody>
      </p:sp>
      <p:cxnSp>
        <p:nvCxnSpPr>
          <p:cNvPr id="66" name="直接连接符 65">
            <a:extLst>
              <a:ext uri="{FF2B5EF4-FFF2-40B4-BE49-F238E27FC236}">
                <a16:creationId xmlns:a16="http://schemas.microsoft.com/office/drawing/2014/main" id="{9C62403D-14D8-48E9-A1A2-97E7248D36B6}"/>
              </a:ext>
            </a:extLst>
          </p:cNvPr>
          <p:cNvCxnSpPr/>
          <p:nvPr/>
        </p:nvCxnSpPr>
        <p:spPr>
          <a:xfrm flipV="1">
            <a:off x="5076410" y="1505500"/>
            <a:ext cx="97571" cy="73773"/>
          </a:xfrm>
          <a:prstGeom prst="line">
            <a:avLst/>
          </a:prstGeom>
          <a:ln w="9525">
            <a:solidFill>
              <a:schemeClr val="tx1"/>
            </a:solidFill>
            <a:headEnd type="non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任意多边形 38">
            <a:extLst>
              <a:ext uri="{FF2B5EF4-FFF2-40B4-BE49-F238E27FC236}">
                <a16:creationId xmlns:a16="http://schemas.microsoft.com/office/drawing/2014/main" id="{882817A7-1093-4855-BAE3-EAC611F84671}"/>
              </a:ext>
            </a:extLst>
          </p:cNvPr>
          <p:cNvSpPr/>
          <p:nvPr/>
        </p:nvSpPr>
        <p:spPr>
          <a:xfrm>
            <a:off x="5317957" y="1612590"/>
            <a:ext cx="28557" cy="97571"/>
          </a:xfrm>
          <a:custGeom>
            <a:avLst/>
            <a:gdLst>
              <a:gd name="connsiteX0" fmla="*/ 0 w 37307"/>
              <a:gd name="connsiteY0" fmla="*/ 0 h 128875"/>
              <a:gd name="connsiteX1" fmla="*/ 18411 w 37307"/>
              <a:gd name="connsiteY1" fmla="*/ 128875 h 128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7307" h="128875">
                <a:moveTo>
                  <a:pt x="0" y="0"/>
                </a:moveTo>
                <a:cubicBezTo>
                  <a:pt x="28639" y="29406"/>
                  <a:pt x="57278" y="58812"/>
                  <a:pt x="18411" y="128875"/>
                </a:cubicBezTo>
              </a:path>
            </a:pathLst>
          </a:cu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eaLnBrk="1" hangingPunct="1">
              <a:buFont typeface="Arial" panose="020B0604020202020204" pitchFamily="34" charset="0"/>
              <a:buNone/>
              <a:defRPr/>
            </a:pPr>
            <a:endParaRPr lang="zh-CN" altLang="en-US" sz="1349"/>
          </a:p>
        </p:txBody>
      </p:sp>
      <p:cxnSp>
        <p:nvCxnSpPr>
          <p:cNvPr id="68" name="直接连接符 67">
            <a:extLst>
              <a:ext uri="{FF2B5EF4-FFF2-40B4-BE49-F238E27FC236}">
                <a16:creationId xmlns:a16="http://schemas.microsoft.com/office/drawing/2014/main" id="{25FC1AF8-2903-4251-9883-6F72125714D1}"/>
              </a:ext>
            </a:extLst>
          </p:cNvPr>
          <p:cNvCxnSpPr/>
          <p:nvPr/>
        </p:nvCxnSpPr>
        <p:spPr>
          <a:xfrm flipH="1">
            <a:off x="4577846" y="1404358"/>
            <a:ext cx="204661" cy="0"/>
          </a:xfrm>
          <a:prstGeom prst="line">
            <a:avLst/>
          </a:prstGeom>
          <a:ln w="12700">
            <a:solidFill>
              <a:schemeClr val="tx1"/>
            </a:solidFill>
            <a:headEnd type="non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接连接符 68">
            <a:extLst>
              <a:ext uri="{FF2B5EF4-FFF2-40B4-BE49-F238E27FC236}">
                <a16:creationId xmlns:a16="http://schemas.microsoft.com/office/drawing/2014/main" id="{AA0431A1-F385-4E4C-A557-ADB1568C6237}"/>
              </a:ext>
            </a:extLst>
          </p:cNvPr>
          <p:cNvCxnSpPr/>
          <p:nvPr/>
        </p:nvCxnSpPr>
        <p:spPr>
          <a:xfrm flipH="1">
            <a:off x="4577846" y="1960037"/>
            <a:ext cx="204661" cy="0"/>
          </a:xfrm>
          <a:prstGeom prst="line">
            <a:avLst/>
          </a:prstGeom>
          <a:ln w="12700">
            <a:solidFill>
              <a:schemeClr val="tx1"/>
            </a:solidFill>
            <a:headEnd type="non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0" name="组合 69">
            <a:extLst>
              <a:ext uri="{FF2B5EF4-FFF2-40B4-BE49-F238E27FC236}">
                <a16:creationId xmlns:a16="http://schemas.microsoft.com/office/drawing/2014/main" id="{E2C80502-9E44-4368-A1E3-E8182F18E03F}"/>
              </a:ext>
            </a:extLst>
          </p:cNvPr>
          <p:cNvGrpSpPr>
            <a:grpSpLocks/>
          </p:cNvGrpSpPr>
          <p:nvPr/>
        </p:nvGrpSpPr>
        <p:grpSpPr bwMode="auto">
          <a:xfrm>
            <a:off x="4680176" y="1404359"/>
            <a:ext cx="0" cy="555679"/>
            <a:chOff x="5046076" y="4689891"/>
            <a:chExt cx="0" cy="741277"/>
          </a:xfrm>
        </p:grpSpPr>
        <p:cxnSp>
          <p:nvCxnSpPr>
            <p:cNvPr id="71" name="直接连接符 70">
              <a:extLst>
                <a:ext uri="{FF2B5EF4-FFF2-40B4-BE49-F238E27FC236}">
                  <a16:creationId xmlns:a16="http://schemas.microsoft.com/office/drawing/2014/main" id="{FCD80748-FA27-43EF-8150-7ACD4C4671EE}"/>
                </a:ext>
              </a:extLst>
            </p:cNvPr>
            <p:cNvCxnSpPr/>
            <p:nvPr/>
          </p:nvCxnSpPr>
          <p:spPr>
            <a:xfrm flipV="1">
              <a:off x="5046076" y="4689891"/>
              <a:ext cx="0" cy="258733"/>
            </a:xfrm>
            <a:prstGeom prst="line">
              <a:avLst/>
            </a:prstGeom>
            <a:ln w="12700">
              <a:solidFill>
                <a:schemeClr val="tx1"/>
              </a:solidFill>
              <a:headEnd type="none" w="lg" len="lg"/>
              <a:tailEnd type="stealth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直接连接符 71">
              <a:extLst>
                <a:ext uri="{FF2B5EF4-FFF2-40B4-BE49-F238E27FC236}">
                  <a16:creationId xmlns:a16="http://schemas.microsoft.com/office/drawing/2014/main" id="{21216143-0A33-447D-9420-DD8A3BEB3411}"/>
                </a:ext>
              </a:extLst>
            </p:cNvPr>
            <p:cNvCxnSpPr/>
            <p:nvPr/>
          </p:nvCxnSpPr>
          <p:spPr>
            <a:xfrm>
              <a:off x="5046076" y="5188308"/>
              <a:ext cx="0" cy="242860"/>
            </a:xfrm>
            <a:prstGeom prst="line">
              <a:avLst/>
            </a:prstGeom>
            <a:ln w="12700">
              <a:solidFill>
                <a:schemeClr val="tx1"/>
              </a:solidFill>
              <a:headEnd type="none" w="lg" len="lg"/>
              <a:tailEnd type="stealth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3" name="直接箭头连接符 72">
            <a:extLst>
              <a:ext uri="{FF2B5EF4-FFF2-40B4-BE49-F238E27FC236}">
                <a16:creationId xmlns:a16="http://schemas.microsoft.com/office/drawing/2014/main" id="{CC351C67-A11E-45B5-A4F9-93E9767FF820}"/>
              </a:ext>
            </a:extLst>
          </p:cNvPr>
          <p:cNvCxnSpPr/>
          <p:nvPr/>
        </p:nvCxnSpPr>
        <p:spPr>
          <a:xfrm>
            <a:off x="5039523" y="2378879"/>
            <a:ext cx="1831240" cy="0"/>
          </a:xfrm>
          <a:prstGeom prst="straightConnector1">
            <a:avLst/>
          </a:prstGeom>
          <a:ln w="12700">
            <a:solidFill>
              <a:schemeClr val="tx1"/>
            </a:solidFill>
            <a:headEnd type="stealth" w="med" len="med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直接连接符 73">
            <a:extLst>
              <a:ext uri="{FF2B5EF4-FFF2-40B4-BE49-F238E27FC236}">
                <a16:creationId xmlns:a16="http://schemas.microsoft.com/office/drawing/2014/main" id="{201C818B-53A6-45B7-A67B-07B6A8BB5CE2}"/>
              </a:ext>
            </a:extLst>
          </p:cNvPr>
          <p:cNvCxnSpPr/>
          <p:nvPr/>
        </p:nvCxnSpPr>
        <p:spPr>
          <a:xfrm flipH="1">
            <a:off x="7083754" y="1087847"/>
            <a:ext cx="204661" cy="0"/>
          </a:xfrm>
          <a:prstGeom prst="line">
            <a:avLst/>
          </a:prstGeom>
          <a:ln w="12700">
            <a:solidFill>
              <a:schemeClr val="tx1"/>
            </a:solidFill>
            <a:headEnd type="non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接连接符 74">
            <a:extLst>
              <a:ext uri="{FF2B5EF4-FFF2-40B4-BE49-F238E27FC236}">
                <a16:creationId xmlns:a16="http://schemas.microsoft.com/office/drawing/2014/main" id="{BDA15B5A-A5D6-4FB4-8EF3-FE5FC80D06C3}"/>
              </a:ext>
            </a:extLst>
          </p:cNvPr>
          <p:cNvCxnSpPr/>
          <p:nvPr/>
        </p:nvCxnSpPr>
        <p:spPr>
          <a:xfrm flipH="1">
            <a:off x="7083754" y="1710160"/>
            <a:ext cx="204661" cy="0"/>
          </a:xfrm>
          <a:prstGeom prst="line">
            <a:avLst/>
          </a:prstGeom>
          <a:ln w="12700">
            <a:solidFill>
              <a:schemeClr val="tx1"/>
            </a:solidFill>
            <a:headEnd type="non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6" name="组合 75">
            <a:extLst>
              <a:ext uri="{FF2B5EF4-FFF2-40B4-BE49-F238E27FC236}">
                <a16:creationId xmlns:a16="http://schemas.microsoft.com/office/drawing/2014/main" id="{C753E365-8EC5-4996-93AB-26B7B544EB40}"/>
              </a:ext>
            </a:extLst>
          </p:cNvPr>
          <p:cNvGrpSpPr>
            <a:grpSpLocks/>
          </p:cNvGrpSpPr>
          <p:nvPr/>
        </p:nvGrpSpPr>
        <p:grpSpPr bwMode="auto">
          <a:xfrm>
            <a:off x="7186085" y="1087848"/>
            <a:ext cx="0" cy="622313"/>
            <a:chOff x="8389671" y="4267735"/>
            <a:chExt cx="0" cy="830249"/>
          </a:xfrm>
        </p:grpSpPr>
        <p:cxnSp>
          <p:nvCxnSpPr>
            <p:cNvPr id="77" name="直接连接符 76">
              <a:extLst>
                <a:ext uri="{FF2B5EF4-FFF2-40B4-BE49-F238E27FC236}">
                  <a16:creationId xmlns:a16="http://schemas.microsoft.com/office/drawing/2014/main" id="{93D7A073-5B43-4C77-9DF4-FBBED95C2B0D}"/>
                </a:ext>
              </a:extLst>
            </p:cNvPr>
            <p:cNvCxnSpPr/>
            <p:nvPr/>
          </p:nvCxnSpPr>
          <p:spPr>
            <a:xfrm flipV="1">
              <a:off x="8389671" y="4267735"/>
              <a:ext cx="0" cy="258759"/>
            </a:xfrm>
            <a:prstGeom prst="line">
              <a:avLst/>
            </a:prstGeom>
            <a:ln w="12700">
              <a:solidFill>
                <a:schemeClr val="tx1"/>
              </a:solidFill>
              <a:headEnd type="none" w="lg" len="lg"/>
              <a:tailEnd type="stealth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直接连接符 77">
              <a:extLst>
                <a:ext uri="{FF2B5EF4-FFF2-40B4-BE49-F238E27FC236}">
                  <a16:creationId xmlns:a16="http://schemas.microsoft.com/office/drawing/2014/main" id="{EC2A5E0B-AAED-490A-9EDB-3B2A71D00054}"/>
                </a:ext>
              </a:extLst>
            </p:cNvPr>
            <p:cNvCxnSpPr/>
            <p:nvPr/>
          </p:nvCxnSpPr>
          <p:spPr>
            <a:xfrm>
              <a:off x="8389671" y="4855100"/>
              <a:ext cx="0" cy="242884"/>
            </a:xfrm>
            <a:prstGeom prst="line">
              <a:avLst/>
            </a:prstGeom>
            <a:ln w="12700">
              <a:solidFill>
                <a:schemeClr val="tx1"/>
              </a:solidFill>
              <a:headEnd type="none" w="lg" len="lg"/>
              <a:tailEnd type="stealth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9" name="矩形 52">
            <a:extLst>
              <a:ext uri="{FF2B5EF4-FFF2-40B4-BE49-F238E27FC236}">
                <a16:creationId xmlns:a16="http://schemas.microsoft.com/office/drawing/2014/main" id="{A09AE5C8-0AFE-4A68-B6A3-4248AB09E9BB}"/>
              </a:ext>
            </a:extLst>
          </p:cNvPr>
          <p:cNvSpPr/>
          <p:nvPr/>
        </p:nvSpPr>
        <p:spPr>
          <a:xfrm rot="20090122">
            <a:off x="5139474" y="1791073"/>
            <a:ext cx="90432" cy="89241"/>
          </a:xfrm>
          <a:custGeom>
            <a:avLst/>
            <a:gdLst>
              <a:gd name="connsiteX0" fmla="*/ 0 w 119184"/>
              <a:gd name="connsiteY0" fmla="*/ 0 h 119184"/>
              <a:gd name="connsiteX1" fmla="*/ 119184 w 119184"/>
              <a:gd name="connsiteY1" fmla="*/ 0 h 119184"/>
              <a:gd name="connsiteX2" fmla="*/ 119184 w 119184"/>
              <a:gd name="connsiteY2" fmla="*/ 119184 h 119184"/>
              <a:gd name="connsiteX3" fmla="*/ 0 w 119184"/>
              <a:gd name="connsiteY3" fmla="*/ 119184 h 119184"/>
              <a:gd name="connsiteX4" fmla="*/ 0 w 119184"/>
              <a:gd name="connsiteY4" fmla="*/ 0 h 119184"/>
              <a:gd name="connsiteX0-1" fmla="*/ 119184 w 210624"/>
              <a:gd name="connsiteY0-2" fmla="*/ 119184 h 210624"/>
              <a:gd name="connsiteX1-3" fmla="*/ 0 w 210624"/>
              <a:gd name="connsiteY1-4" fmla="*/ 119184 h 210624"/>
              <a:gd name="connsiteX2-5" fmla="*/ 0 w 210624"/>
              <a:gd name="connsiteY2-6" fmla="*/ 0 h 210624"/>
              <a:gd name="connsiteX3-7" fmla="*/ 119184 w 210624"/>
              <a:gd name="connsiteY3-8" fmla="*/ 0 h 210624"/>
              <a:gd name="connsiteX4-9" fmla="*/ 210624 w 210624"/>
              <a:gd name="connsiteY4-10" fmla="*/ 210624 h 210624"/>
              <a:gd name="connsiteX0-11" fmla="*/ 119184 w 119184"/>
              <a:gd name="connsiteY0-12" fmla="*/ 119184 h 119184"/>
              <a:gd name="connsiteX1-13" fmla="*/ 0 w 119184"/>
              <a:gd name="connsiteY1-14" fmla="*/ 119184 h 119184"/>
              <a:gd name="connsiteX2-15" fmla="*/ 0 w 119184"/>
              <a:gd name="connsiteY2-16" fmla="*/ 0 h 119184"/>
              <a:gd name="connsiteX3-17" fmla="*/ 119184 w 119184"/>
              <a:gd name="connsiteY3-18" fmla="*/ 0 h 119184"/>
              <a:gd name="connsiteX0-19" fmla="*/ 0 w 119184"/>
              <a:gd name="connsiteY0-20" fmla="*/ 119184 h 119184"/>
              <a:gd name="connsiteX1-21" fmla="*/ 0 w 119184"/>
              <a:gd name="connsiteY1-22" fmla="*/ 0 h 119184"/>
              <a:gd name="connsiteX2-23" fmla="*/ 119184 w 119184"/>
              <a:gd name="connsiteY2-24" fmla="*/ 0 h 119184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119184" h="119184">
                <a:moveTo>
                  <a:pt x="0" y="119184"/>
                </a:moveTo>
                <a:lnTo>
                  <a:pt x="0" y="0"/>
                </a:lnTo>
                <a:lnTo>
                  <a:pt x="119184" y="0"/>
                </a:lnTo>
              </a:path>
            </a:pathLst>
          </a:custGeom>
          <a:ln w="12700">
            <a:solidFill>
              <a:schemeClr val="tx1"/>
            </a:solidFill>
            <a:headEnd type="none" w="lg" len="lg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eaLnBrk="1" hangingPunct="1">
              <a:buFont typeface="Arial" panose="020B0604020202020204" pitchFamily="34" charset="0"/>
              <a:buNone/>
              <a:defRPr/>
            </a:pPr>
            <a:endParaRPr lang="zh-CN" altLang="en-US" sz="1349"/>
          </a:p>
        </p:txBody>
      </p:sp>
      <p:graphicFrame>
        <p:nvGraphicFramePr>
          <p:cNvPr id="80" name="对象 79">
            <a:extLst>
              <a:ext uri="{FF2B5EF4-FFF2-40B4-BE49-F238E27FC236}">
                <a16:creationId xmlns:a16="http://schemas.microsoft.com/office/drawing/2014/main" id="{773FC8EB-1285-4BCD-BACF-2824D9CD810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92223490"/>
              </p:ext>
            </p:extLst>
          </p:nvPr>
        </p:nvGraphicFramePr>
        <p:xfrm>
          <a:off x="4862229" y="1262762"/>
          <a:ext cx="152306" cy="2189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505" r:id="rId27" imgW="203112" imgH="291973" progId="Equation.DSMT4">
                  <p:embed/>
                </p:oleObj>
              </mc:Choice>
              <mc:Fallback>
                <p:oleObj r:id="rId27" imgW="203112" imgH="291973" progId="Equation.DSMT4">
                  <p:embed/>
                  <p:pic>
                    <p:nvPicPr>
                      <p:cNvPr id="80" name="对象 79">
                        <a:extLst>
                          <a:ext uri="{FF2B5EF4-FFF2-40B4-BE49-F238E27FC236}">
                            <a16:creationId xmlns:a16="http://schemas.microsoft.com/office/drawing/2014/main" id="{773FC8EB-1285-4BCD-BACF-2824D9CD810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62229" y="1262762"/>
                        <a:ext cx="152306" cy="21894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" name="对象 80">
            <a:extLst>
              <a:ext uri="{FF2B5EF4-FFF2-40B4-BE49-F238E27FC236}">
                <a16:creationId xmlns:a16="http://schemas.microsoft.com/office/drawing/2014/main" id="{9CE9A07B-32C8-4606-8D25-68DCF4EEAB9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31547742"/>
              </p:ext>
            </p:extLst>
          </p:nvPr>
        </p:nvGraphicFramePr>
        <p:xfrm>
          <a:off x="4859849" y="1866035"/>
          <a:ext cx="171344" cy="2189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506" r:id="rId29" imgW="228501" imgH="291973" progId="Equation.DSMT4">
                  <p:embed/>
                </p:oleObj>
              </mc:Choice>
              <mc:Fallback>
                <p:oleObj r:id="rId29" imgW="228501" imgH="291973" progId="Equation.DSMT4">
                  <p:embed/>
                  <p:pic>
                    <p:nvPicPr>
                      <p:cNvPr id="81" name="对象 80">
                        <a:extLst>
                          <a:ext uri="{FF2B5EF4-FFF2-40B4-BE49-F238E27FC236}">
                            <a16:creationId xmlns:a16="http://schemas.microsoft.com/office/drawing/2014/main" id="{9CE9A07B-32C8-4606-8D25-68DCF4EEAB9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59849" y="1866035"/>
                        <a:ext cx="171344" cy="21894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" name="对象 81">
            <a:extLst>
              <a:ext uri="{FF2B5EF4-FFF2-40B4-BE49-F238E27FC236}">
                <a16:creationId xmlns:a16="http://schemas.microsoft.com/office/drawing/2014/main" id="{F6AB7C25-1F73-4CA9-9633-1582A20ACC7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12325041"/>
              </p:ext>
            </p:extLst>
          </p:nvPr>
        </p:nvGraphicFramePr>
        <p:xfrm>
          <a:off x="4827722" y="1648286"/>
          <a:ext cx="209421" cy="161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507" r:id="rId31" imgW="279279" imgH="215806" progId="Equation.DSMT4">
                  <p:embed/>
                </p:oleObj>
              </mc:Choice>
              <mc:Fallback>
                <p:oleObj r:id="rId31" imgW="279279" imgH="215806" progId="Equation.DSMT4">
                  <p:embed/>
                  <p:pic>
                    <p:nvPicPr>
                      <p:cNvPr id="82" name="对象 81">
                        <a:extLst>
                          <a:ext uri="{FF2B5EF4-FFF2-40B4-BE49-F238E27FC236}">
                            <a16:creationId xmlns:a16="http://schemas.microsoft.com/office/drawing/2014/main" id="{F6AB7C25-1F73-4CA9-9633-1582A20ACC7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27722" y="1648286"/>
                        <a:ext cx="209421" cy="161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" name="对象 82">
            <a:extLst>
              <a:ext uri="{FF2B5EF4-FFF2-40B4-BE49-F238E27FC236}">
                <a16:creationId xmlns:a16="http://schemas.microsoft.com/office/drawing/2014/main" id="{72E30E92-00AE-489D-BF5E-887C59812F9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02636246"/>
              </p:ext>
            </p:extLst>
          </p:nvPr>
        </p:nvGraphicFramePr>
        <p:xfrm>
          <a:off x="4613542" y="1609019"/>
          <a:ext cx="133268" cy="1713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508" r:id="rId33" imgW="177646" imgH="228402" progId="Equation.DSMT4">
                  <p:embed/>
                </p:oleObj>
              </mc:Choice>
              <mc:Fallback>
                <p:oleObj r:id="rId33" imgW="177646" imgH="228402" progId="Equation.DSMT4">
                  <p:embed/>
                  <p:pic>
                    <p:nvPicPr>
                      <p:cNvPr id="83" name="对象 82">
                        <a:extLst>
                          <a:ext uri="{FF2B5EF4-FFF2-40B4-BE49-F238E27FC236}">
                            <a16:creationId xmlns:a16="http://schemas.microsoft.com/office/drawing/2014/main" id="{72E30E92-00AE-489D-BF5E-887C59812F9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13542" y="1609019"/>
                        <a:ext cx="133268" cy="17134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4" name="对象 83">
            <a:extLst>
              <a:ext uri="{FF2B5EF4-FFF2-40B4-BE49-F238E27FC236}">
                <a16:creationId xmlns:a16="http://schemas.microsoft.com/office/drawing/2014/main" id="{54A997DF-18E3-4DBB-885E-233D8E28EFF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03331948"/>
              </p:ext>
            </p:extLst>
          </p:nvPr>
        </p:nvGraphicFramePr>
        <p:xfrm>
          <a:off x="5169220" y="1385320"/>
          <a:ext cx="123749" cy="1713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509" r:id="rId35" imgW="165028" imgH="228501" progId="Equation.DSMT4">
                  <p:embed/>
                </p:oleObj>
              </mc:Choice>
              <mc:Fallback>
                <p:oleObj r:id="rId35" imgW="165028" imgH="228501" progId="Equation.DSMT4">
                  <p:embed/>
                  <p:pic>
                    <p:nvPicPr>
                      <p:cNvPr id="84" name="对象 83">
                        <a:extLst>
                          <a:ext uri="{FF2B5EF4-FFF2-40B4-BE49-F238E27FC236}">
                            <a16:creationId xmlns:a16="http://schemas.microsoft.com/office/drawing/2014/main" id="{54A997DF-18E3-4DBB-885E-233D8E28EFF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69220" y="1385320"/>
                        <a:ext cx="123749" cy="17134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5" name="对象 84">
            <a:extLst>
              <a:ext uri="{FF2B5EF4-FFF2-40B4-BE49-F238E27FC236}">
                <a16:creationId xmlns:a16="http://schemas.microsoft.com/office/drawing/2014/main" id="{B2FF49BD-0ED1-493E-A56D-083BA7E5BDB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30482761"/>
              </p:ext>
            </p:extLst>
          </p:nvPr>
        </p:nvGraphicFramePr>
        <p:xfrm>
          <a:off x="5428616" y="1544765"/>
          <a:ext cx="123749" cy="1713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510" r:id="rId37" imgW="165028" imgH="228501" progId="Equation.DSMT4">
                  <p:embed/>
                </p:oleObj>
              </mc:Choice>
              <mc:Fallback>
                <p:oleObj r:id="rId37" imgW="165028" imgH="228501" progId="Equation.DSMT4">
                  <p:embed/>
                  <p:pic>
                    <p:nvPicPr>
                      <p:cNvPr id="85" name="对象 84">
                        <a:extLst>
                          <a:ext uri="{FF2B5EF4-FFF2-40B4-BE49-F238E27FC236}">
                            <a16:creationId xmlns:a16="http://schemas.microsoft.com/office/drawing/2014/main" id="{B2FF49BD-0ED1-493E-A56D-083BA7E5BDB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28616" y="1544765"/>
                        <a:ext cx="123749" cy="17134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6" name="对象 85">
            <a:extLst>
              <a:ext uri="{FF2B5EF4-FFF2-40B4-BE49-F238E27FC236}">
                <a16:creationId xmlns:a16="http://schemas.microsoft.com/office/drawing/2014/main" id="{06E89F5A-F85C-4682-BBCA-A869B1BA5C7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41688432"/>
              </p:ext>
            </p:extLst>
          </p:nvPr>
        </p:nvGraphicFramePr>
        <p:xfrm>
          <a:off x="5884345" y="990276"/>
          <a:ext cx="114229" cy="2189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511" r:id="rId39" imgW="152334" imgH="291973" progId="Equation.DSMT4">
                  <p:embed/>
                </p:oleObj>
              </mc:Choice>
              <mc:Fallback>
                <p:oleObj r:id="rId39" imgW="152334" imgH="291973" progId="Equation.DSMT4">
                  <p:embed/>
                  <p:pic>
                    <p:nvPicPr>
                      <p:cNvPr id="86" name="对象 85">
                        <a:extLst>
                          <a:ext uri="{FF2B5EF4-FFF2-40B4-BE49-F238E27FC236}">
                            <a16:creationId xmlns:a16="http://schemas.microsoft.com/office/drawing/2014/main" id="{06E89F5A-F85C-4682-BBCA-A869B1BA5C7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84345" y="990276"/>
                        <a:ext cx="114229" cy="21894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7" name="对象 86">
            <a:extLst>
              <a:ext uri="{FF2B5EF4-FFF2-40B4-BE49-F238E27FC236}">
                <a16:creationId xmlns:a16="http://schemas.microsoft.com/office/drawing/2014/main" id="{469A9373-AE32-47FF-9FB6-2E48665587A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88004609"/>
              </p:ext>
            </p:extLst>
          </p:nvPr>
        </p:nvGraphicFramePr>
        <p:xfrm>
          <a:off x="5989055" y="1469802"/>
          <a:ext cx="133268" cy="2189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512" r:id="rId41" imgW="177646" imgH="291847" progId="Equation.DSMT4">
                  <p:embed/>
                </p:oleObj>
              </mc:Choice>
              <mc:Fallback>
                <p:oleObj r:id="rId41" imgW="177646" imgH="291847" progId="Equation.DSMT4">
                  <p:embed/>
                  <p:pic>
                    <p:nvPicPr>
                      <p:cNvPr id="87" name="对象 86">
                        <a:extLst>
                          <a:ext uri="{FF2B5EF4-FFF2-40B4-BE49-F238E27FC236}">
                            <a16:creationId xmlns:a16="http://schemas.microsoft.com/office/drawing/2014/main" id="{469A9373-AE32-47FF-9FB6-2E48665587A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89055" y="1469802"/>
                        <a:ext cx="133268" cy="21894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8" name="对象 87">
            <a:extLst>
              <a:ext uri="{FF2B5EF4-FFF2-40B4-BE49-F238E27FC236}">
                <a16:creationId xmlns:a16="http://schemas.microsoft.com/office/drawing/2014/main" id="{881AE22E-9601-435E-8CB0-05EFE4BD7AF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12607460"/>
              </p:ext>
            </p:extLst>
          </p:nvPr>
        </p:nvGraphicFramePr>
        <p:xfrm>
          <a:off x="5893864" y="2183737"/>
          <a:ext cx="161825" cy="161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513" r:id="rId43" imgW="215619" imgH="215619" progId="Equation.DSMT4">
                  <p:embed/>
                </p:oleObj>
              </mc:Choice>
              <mc:Fallback>
                <p:oleObj r:id="rId43" imgW="215619" imgH="215619" progId="Equation.DSMT4">
                  <p:embed/>
                  <p:pic>
                    <p:nvPicPr>
                      <p:cNvPr id="88" name="对象 87">
                        <a:extLst>
                          <a:ext uri="{FF2B5EF4-FFF2-40B4-BE49-F238E27FC236}">
                            <a16:creationId xmlns:a16="http://schemas.microsoft.com/office/drawing/2014/main" id="{881AE22E-9601-435E-8CB0-05EFE4BD7AF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93864" y="2183737"/>
                        <a:ext cx="161825" cy="161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9" name="对象 88">
            <a:extLst>
              <a:ext uri="{FF2B5EF4-FFF2-40B4-BE49-F238E27FC236}">
                <a16:creationId xmlns:a16="http://schemas.microsoft.com/office/drawing/2014/main" id="{62317274-1EBC-4D2E-AEC7-BAE727EE441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82172369"/>
              </p:ext>
            </p:extLst>
          </p:nvPr>
        </p:nvGraphicFramePr>
        <p:xfrm>
          <a:off x="6888612" y="1003366"/>
          <a:ext cx="142787" cy="161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514" r:id="rId45" imgW="190335" imgH="215713" progId="Equation.DSMT4">
                  <p:embed/>
                </p:oleObj>
              </mc:Choice>
              <mc:Fallback>
                <p:oleObj r:id="rId45" imgW="190335" imgH="215713" progId="Equation.DSMT4">
                  <p:embed/>
                  <p:pic>
                    <p:nvPicPr>
                      <p:cNvPr id="89" name="对象 88">
                        <a:extLst>
                          <a:ext uri="{FF2B5EF4-FFF2-40B4-BE49-F238E27FC236}">
                            <a16:creationId xmlns:a16="http://schemas.microsoft.com/office/drawing/2014/main" id="{62317274-1EBC-4D2E-AEC7-BAE727EE441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88612" y="1003366"/>
                        <a:ext cx="142787" cy="161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0" name="对象 89">
            <a:extLst>
              <a:ext uri="{FF2B5EF4-FFF2-40B4-BE49-F238E27FC236}">
                <a16:creationId xmlns:a16="http://schemas.microsoft.com/office/drawing/2014/main" id="{8623243D-7D17-4EFA-9C35-4DA76200DFF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03622577"/>
              </p:ext>
            </p:extLst>
          </p:nvPr>
        </p:nvGraphicFramePr>
        <p:xfrm>
          <a:off x="6892181" y="1639957"/>
          <a:ext cx="152306" cy="1713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515" r:id="rId47" imgW="203112" imgH="228501" progId="Equation.DSMT4">
                  <p:embed/>
                </p:oleObj>
              </mc:Choice>
              <mc:Fallback>
                <p:oleObj r:id="rId47" imgW="203112" imgH="228501" progId="Equation.DSMT4">
                  <p:embed/>
                  <p:pic>
                    <p:nvPicPr>
                      <p:cNvPr id="90" name="对象 89">
                        <a:extLst>
                          <a:ext uri="{FF2B5EF4-FFF2-40B4-BE49-F238E27FC236}">
                            <a16:creationId xmlns:a16="http://schemas.microsoft.com/office/drawing/2014/main" id="{8623243D-7D17-4EFA-9C35-4DA76200DFF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92181" y="1639957"/>
                        <a:ext cx="152306" cy="17134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1" name="对象 90">
            <a:extLst>
              <a:ext uri="{FF2B5EF4-FFF2-40B4-BE49-F238E27FC236}">
                <a16:creationId xmlns:a16="http://schemas.microsoft.com/office/drawing/2014/main" id="{80808949-5BD2-42AA-9EBF-DC5C9F9D30A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5634549"/>
              </p:ext>
            </p:extLst>
          </p:nvPr>
        </p:nvGraphicFramePr>
        <p:xfrm>
          <a:off x="6911220" y="2251560"/>
          <a:ext cx="152306" cy="161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516" r:id="rId49" imgW="203024" imgH="215713" progId="Equation.DSMT4">
                  <p:embed/>
                </p:oleObj>
              </mc:Choice>
              <mc:Fallback>
                <p:oleObj r:id="rId49" imgW="203024" imgH="215713" progId="Equation.DSMT4">
                  <p:embed/>
                  <p:pic>
                    <p:nvPicPr>
                      <p:cNvPr id="91" name="对象 90">
                        <a:extLst>
                          <a:ext uri="{FF2B5EF4-FFF2-40B4-BE49-F238E27FC236}">
                            <a16:creationId xmlns:a16="http://schemas.microsoft.com/office/drawing/2014/main" id="{80808949-5BD2-42AA-9EBF-DC5C9F9D30A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11220" y="2251560"/>
                        <a:ext cx="152306" cy="161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" name="对象 91">
            <a:extLst>
              <a:ext uri="{FF2B5EF4-FFF2-40B4-BE49-F238E27FC236}">
                <a16:creationId xmlns:a16="http://schemas.microsoft.com/office/drawing/2014/main" id="{EA472A34-5D67-4325-B07C-9797668AF92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80709059"/>
              </p:ext>
            </p:extLst>
          </p:nvPr>
        </p:nvGraphicFramePr>
        <p:xfrm>
          <a:off x="7124210" y="1332965"/>
          <a:ext cx="123749" cy="1332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517" name="Equation" r:id="rId51" imgW="164814" imgH="177492" progId="Equation.DSMT4">
                  <p:embed/>
                </p:oleObj>
              </mc:Choice>
              <mc:Fallback>
                <p:oleObj name="Equation" r:id="rId51" imgW="164814" imgH="177492" progId="Equation.DSMT4">
                  <p:embed/>
                  <p:pic>
                    <p:nvPicPr>
                      <p:cNvPr id="92" name="对象 91">
                        <a:extLst>
                          <a:ext uri="{FF2B5EF4-FFF2-40B4-BE49-F238E27FC236}">
                            <a16:creationId xmlns:a16="http://schemas.microsoft.com/office/drawing/2014/main" id="{EA472A34-5D67-4325-B07C-9797668AF92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24210" y="1332965"/>
                        <a:ext cx="123749" cy="13326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图片 2">
            <a:extLst>
              <a:ext uri="{FF2B5EF4-FFF2-40B4-BE49-F238E27FC236}">
                <a16:creationId xmlns:a16="http://schemas.microsoft.com/office/drawing/2014/main" id="{1AF29397-C699-412D-9D0C-115CF4BD6EAA}"/>
              </a:ext>
            </a:extLst>
          </p:cNvPr>
          <p:cNvPicPr>
            <a:picLocks noChangeAspect="1"/>
          </p:cNvPicPr>
          <p:nvPr/>
        </p:nvPicPr>
        <p:blipFill>
          <a:blip r:embed="rId53"/>
          <a:stretch>
            <a:fillRect/>
          </a:stretch>
        </p:blipFill>
        <p:spPr>
          <a:xfrm>
            <a:off x="966736" y="3541576"/>
            <a:ext cx="3646807" cy="1524416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705D1751-2DD5-A4B5-9A35-1EBC09DFA407}"/>
              </a:ext>
            </a:extLst>
          </p:cNvPr>
          <p:cNvSpPr/>
          <p:nvPr/>
        </p:nvSpPr>
        <p:spPr>
          <a:xfrm>
            <a:off x="2822" y="542492"/>
            <a:ext cx="9138356" cy="90794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2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B90A45B-495D-9357-A878-A6D97CC84BAC}"/>
              </a:ext>
            </a:extLst>
          </p:cNvPr>
          <p:cNvSpPr/>
          <p:nvPr/>
        </p:nvSpPr>
        <p:spPr>
          <a:xfrm flipV="1">
            <a:off x="8770" y="448474"/>
            <a:ext cx="9131296" cy="52969"/>
          </a:xfrm>
          <a:prstGeom prst="rect">
            <a:avLst/>
          </a:prstGeom>
          <a:solidFill>
            <a:srgbClr val="A86E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2" dirty="0"/>
          </a:p>
        </p:txBody>
      </p:sp>
    </p:spTree>
    <p:extLst>
      <p:ext uri="{BB962C8B-B14F-4D97-AF65-F5344CB8AC3E}">
        <p14:creationId xmlns:p14="http://schemas.microsoft.com/office/powerpoint/2010/main" val="2375788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000"/>
                            </p:stCondLst>
                            <p:childTnLst>
                              <p:par>
                                <p:cTn id="5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500"/>
                            </p:stCondLst>
                            <p:childTnLst>
                              <p:par>
                                <p:cTn id="6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1000"/>
                            </p:stCondLst>
                            <p:childTnLst>
                              <p:par>
                                <p:cTn id="6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500"/>
                            </p:stCondLst>
                            <p:childTnLst>
                              <p:par>
                                <p:cTn id="7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1000"/>
                            </p:stCondLst>
                            <p:childTnLst>
                              <p:par>
                                <p:cTn id="8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500"/>
                            </p:stCondLst>
                            <p:childTnLst>
                              <p:par>
                                <p:cTn id="92" presetID="16" presetClass="entr" presetSubtype="4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94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1000"/>
                            </p:stCondLst>
                            <p:childTnLst>
                              <p:par>
                                <p:cTn id="96" presetID="16" presetClass="entr" presetSubtype="4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98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1500"/>
                            </p:stCondLst>
                            <p:childTnLst>
                              <p:par>
                                <p:cTn id="100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>
                            <p:stCondLst>
                              <p:cond delay="2000"/>
                            </p:stCondLst>
                            <p:childTnLst>
                              <p:par>
                                <p:cTn id="11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6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>
                            <p:stCondLst>
                              <p:cond delay="2500"/>
                            </p:stCondLst>
                            <p:childTnLst>
                              <p:par>
                                <p:cTn id="118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0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5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6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8" fill="hold">
                            <p:stCondLst>
                              <p:cond delay="3000"/>
                            </p:stCondLst>
                            <p:childTnLst>
                              <p:par>
                                <p:cTn id="12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1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2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4" fill="hold">
                            <p:stCondLst>
                              <p:cond delay="3500"/>
                            </p:stCondLst>
                            <p:childTnLst>
                              <p:par>
                                <p:cTn id="13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8" fill="hold">
                            <p:stCondLst>
                              <p:cond delay="4000"/>
                            </p:stCondLst>
                            <p:childTnLst>
                              <p:par>
                                <p:cTn id="13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1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2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3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4" fill="hold">
                            <p:stCondLst>
                              <p:cond delay="4500"/>
                            </p:stCondLst>
                            <p:childTnLst>
                              <p:par>
                                <p:cTn id="14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7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8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9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0" fill="hold">
                            <p:stCondLst>
                              <p:cond delay="5000"/>
                            </p:stCondLst>
                            <p:childTnLst>
                              <p:par>
                                <p:cTn id="151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3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4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5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6" fill="hold">
                            <p:stCondLst>
                              <p:cond delay="5500"/>
                            </p:stCondLst>
                            <p:childTnLst>
                              <p:par>
                                <p:cTn id="157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9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0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1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2" fill="hold">
                            <p:stCondLst>
                              <p:cond delay="6000"/>
                            </p:stCondLst>
                            <p:childTnLst>
                              <p:par>
                                <p:cTn id="163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5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6" fill="hold">
                            <p:stCondLst>
                              <p:cond delay="6500"/>
                            </p:stCondLst>
                            <p:childTnLst>
                              <p:par>
                                <p:cTn id="167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9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0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1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2" fill="hold">
                            <p:stCondLst>
                              <p:cond delay="7000"/>
                            </p:stCondLst>
                            <p:childTnLst>
                              <p:par>
                                <p:cTn id="17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5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6" fill="hold">
                            <p:stCondLst>
                              <p:cond delay="7500"/>
                            </p:stCondLst>
                            <p:childTnLst>
                              <p:par>
                                <p:cTn id="177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9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0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1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2" fill="hold">
                            <p:stCondLst>
                              <p:cond delay="8000"/>
                            </p:stCondLst>
                            <p:childTnLst>
                              <p:par>
                                <p:cTn id="183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5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6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7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8" fill="hold">
                            <p:stCondLst>
                              <p:cond delay="8500"/>
                            </p:stCondLst>
                            <p:childTnLst>
                              <p:par>
                                <p:cTn id="189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91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2" fill="hold">
                            <p:stCondLst>
                              <p:cond delay="9000"/>
                            </p:stCondLst>
                            <p:childTnLst>
                              <p:par>
                                <p:cTn id="193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5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6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7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8" fill="hold">
                            <p:stCondLst>
                              <p:cond delay="9500"/>
                            </p:stCondLst>
                            <p:childTnLst>
                              <p:par>
                                <p:cTn id="19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1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2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3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4" fill="hold">
                            <p:stCondLst>
                              <p:cond delay="10000"/>
                            </p:stCondLst>
                            <p:childTnLst>
                              <p:par>
                                <p:cTn id="20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7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8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0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1" fill="hold">
                            <p:stCondLst>
                              <p:cond delay="10500"/>
                            </p:stCondLst>
                            <p:childTnLst>
                              <p:par>
                                <p:cTn id="212" presetID="16" presetClass="entr" presetSubtype="4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14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5" fill="hold">
                            <p:stCondLst>
                              <p:cond delay="11000"/>
                            </p:stCondLst>
                            <p:childTnLst>
                              <p:par>
                                <p:cTn id="216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8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9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0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1" fill="hold">
                            <p:stCondLst>
                              <p:cond delay="11500"/>
                            </p:stCondLst>
                            <p:childTnLst>
                              <p:par>
                                <p:cTn id="2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4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7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8" fill="hold">
                            <p:stCondLst>
                              <p:cond delay="12000"/>
                            </p:stCondLst>
                            <p:childTnLst>
                              <p:par>
                                <p:cTn id="229" presetID="16" presetClass="entr" presetSubtype="4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31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2" fill="hold">
                            <p:stCondLst>
                              <p:cond delay="12500"/>
                            </p:stCondLst>
                            <p:childTnLst>
                              <p:par>
                                <p:cTn id="233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5" dur="5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6" dur="5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7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42" grpId="0"/>
      <p:bldP spid="45" grpId="0"/>
      <p:bldP spid="48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894613-00B9-4076-9FA1-18ADCCCAB9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174" y="67478"/>
            <a:ext cx="7886700" cy="410512"/>
          </a:xfrm>
        </p:spPr>
        <p:txBody>
          <a:bodyPr>
            <a:noAutofit/>
          </a:bodyPr>
          <a:lstStyle/>
          <a:p>
            <a:pPr defTabSz="457200"/>
            <a:r>
              <a:rPr lang="zh-CN" altLang="en-US" sz="2398" b="1" dirty="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光的干涉</a:t>
            </a:r>
          </a:p>
        </p:txBody>
      </p:sp>
      <p:sp>
        <p:nvSpPr>
          <p:cNvPr id="93" name="Rectangle 109">
            <a:extLst>
              <a:ext uri="{FF2B5EF4-FFF2-40B4-BE49-F238E27FC236}">
                <a16:creationId xmlns:a16="http://schemas.microsoft.com/office/drawing/2014/main" id="{76ED7B31-7C36-4FC7-BBA0-DCF82AD31C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4718" y="1158953"/>
            <a:ext cx="1651427" cy="3976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sz="1499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薄膜干涉条件为</a:t>
            </a:r>
          </a:p>
        </p:txBody>
      </p:sp>
      <p:graphicFrame>
        <p:nvGraphicFramePr>
          <p:cNvPr id="94" name="对象 93">
            <a:extLst>
              <a:ext uri="{FF2B5EF4-FFF2-40B4-BE49-F238E27FC236}">
                <a16:creationId xmlns:a16="http://schemas.microsoft.com/office/drawing/2014/main" id="{40E8FC43-CF4F-4849-8306-05BEF93B910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31555" y="1830051"/>
          <a:ext cx="2189398" cy="5425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41" name="Equation" r:id="rId3" imgW="2921000" imgH="723900" progId="Equation.DSMT4">
                  <p:embed/>
                </p:oleObj>
              </mc:Choice>
              <mc:Fallback>
                <p:oleObj name="Equation" r:id="rId3" imgW="2921000" imgH="723900" progId="Equation.DSMT4">
                  <p:embed/>
                  <p:pic>
                    <p:nvPicPr>
                      <p:cNvPr id="94" name="对象 93">
                        <a:extLst>
                          <a:ext uri="{FF2B5EF4-FFF2-40B4-BE49-F238E27FC236}">
                            <a16:creationId xmlns:a16="http://schemas.microsoft.com/office/drawing/2014/main" id="{40E8FC43-CF4F-4849-8306-05BEF93B910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31555" y="1830051"/>
                        <a:ext cx="2189398" cy="54259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5" name="对象 94">
            <a:extLst>
              <a:ext uri="{FF2B5EF4-FFF2-40B4-BE49-F238E27FC236}">
                <a16:creationId xmlns:a16="http://schemas.microsoft.com/office/drawing/2014/main" id="{A3FFF91A-C8DA-42A1-A8D5-639E31B796A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126903" y="1617060"/>
          <a:ext cx="456918" cy="100902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42" r:id="rId5" imgW="609600" imgH="1346200" progId="Equation.DSMT4">
                  <p:embed/>
                </p:oleObj>
              </mc:Choice>
              <mc:Fallback>
                <p:oleObj r:id="rId5" imgW="609600" imgH="1346200" progId="Equation.DSMT4">
                  <p:embed/>
                  <p:pic>
                    <p:nvPicPr>
                      <p:cNvPr id="95" name="对象 94">
                        <a:extLst>
                          <a:ext uri="{FF2B5EF4-FFF2-40B4-BE49-F238E27FC236}">
                            <a16:creationId xmlns:a16="http://schemas.microsoft.com/office/drawing/2014/main" id="{A3FFF91A-C8DA-42A1-A8D5-639E31B796A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6903" y="1617060"/>
                        <a:ext cx="456918" cy="100902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6" name="对象 95">
            <a:extLst>
              <a:ext uri="{FF2B5EF4-FFF2-40B4-BE49-F238E27FC236}">
                <a16:creationId xmlns:a16="http://schemas.microsoft.com/office/drawing/2014/main" id="{816C565C-3D1C-41AA-BA74-DD6009FF002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78569" y="1627770"/>
          <a:ext cx="856721" cy="2284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43" name="Equation" r:id="rId7" imgW="1143000" imgH="304800" progId="Equation.DSMT4">
                  <p:embed/>
                </p:oleObj>
              </mc:Choice>
              <mc:Fallback>
                <p:oleObj name="Equation" r:id="rId7" imgW="1143000" imgH="304800" progId="Equation.DSMT4">
                  <p:embed/>
                  <p:pic>
                    <p:nvPicPr>
                      <p:cNvPr id="96" name="对象 95">
                        <a:extLst>
                          <a:ext uri="{FF2B5EF4-FFF2-40B4-BE49-F238E27FC236}">
                            <a16:creationId xmlns:a16="http://schemas.microsoft.com/office/drawing/2014/main" id="{816C565C-3D1C-41AA-BA74-DD6009FF002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8569" y="1627770"/>
                        <a:ext cx="856721" cy="22845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7" name="Rectangle 109">
            <a:extLst>
              <a:ext uri="{FF2B5EF4-FFF2-40B4-BE49-F238E27FC236}">
                <a16:creationId xmlns:a16="http://schemas.microsoft.com/office/drawing/2014/main" id="{88CAC920-CDED-4B9F-9C90-7612C5FA73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45851" y="1515920"/>
            <a:ext cx="1105408" cy="3976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sz="1499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加强（明）</a:t>
            </a:r>
          </a:p>
        </p:txBody>
      </p:sp>
      <p:sp>
        <p:nvSpPr>
          <p:cNvPr id="98" name="Rectangle 109">
            <a:extLst>
              <a:ext uri="{FF2B5EF4-FFF2-40B4-BE49-F238E27FC236}">
                <a16:creationId xmlns:a16="http://schemas.microsoft.com/office/drawing/2014/main" id="{FDF47D9A-D591-4B15-BD30-64CCEE0110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45851" y="2279830"/>
            <a:ext cx="1105408" cy="3976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sz="1499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减弱（暗）</a:t>
            </a:r>
          </a:p>
        </p:txBody>
      </p:sp>
      <p:graphicFrame>
        <p:nvGraphicFramePr>
          <p:cNvPr id="99" name="对象 98">
            <a:extLst>
              <a:ext uri="{FF2B5EF4-FFF2-40B4-BE49-F238E27FC236}">
                <a16:creationId xmlns:a16="http://schemas.microsoft.com/office/drawing/2014/main" id="{5AA521B6-A4A8-498B-BE71-EFFAA5CC2E8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58341" y="2390489"/>
          <a:ext cx="1047103" cy="2284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44" r:id="rId9" imgW="1396394" imgH="304668" progId="Equation.DSMT4">
                  <p:embed/>
                </p:oleObj>
              </mc:Choice>
              <mc:Fallback>
                <p:oleObj r:id="rId9" imgW="1396394" imgH="304668" progId="Equation.DSMT4">
                  <p:embed/>
                  <p:pic>
                    <p:nvPicPr>
                      <p:cNvPr id="99" name="对象 98">
                        <a:extLst>
                          <a:ext uri="{FF2B5EF4-FFF2-40B4-BE49-F238E27FC236}">
                            <a16:creationId xmlns:a16="http://schemas.microsoft.com/office/drawing/2014/main" id="{5AA521B6-A4A8-498B-BE71-EFFAA5CC2E8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58341" y="2390489"/>
                        <a:ext cx="1047103" cy="22845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0" name="对象 99">
            <a:extLst>
              <a:ext uri="{FF2B5EF4-FFF2-40B4-BE49-F238E27FC236}">
                <a16:creationId xmlns:a16="http://schemas.microsoft.com/office/drawing/2014/main" id="{85919B88-5B7D-493A-A984-6AD245B4826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561212" y="1598022"/>
          <a:ext cx="285574" cy="20942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45" r:id="rId11" imgW="380835" imgH="279279" progId="Equation.DSMT4">
                  <p:embed/>
                </p:oleObj>
              </mc:Choice>
              <mc:Fallback>
                <p:oleObj r:id="rId11" imgW="380835" imgH="279279" progId="Equation.DSMT4">
                  <p:embed/>
                  <p:pic>
                    <p:nvPicPr>
                      <p:cNvPr id="100" name="对象 99">
                        <a:extLst>
                          <a:ext uri="{FF2B5EF4-FFF2-40B4-BE49-F238E27FC236}">
                            <a16:creationId xmlns:a16="http://schemas.microsoft.com/office/drawing/2014/main" id="{85919B88-5B7D-493A-A984-6AD245B4826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61212" y="1598022"/>
                        <a:ext cx="285574" cy="20942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1" name="对象 100">
            <a:extLst>
              <a:ext uri="{FF2B5EF4-FFF2-40B4-BE49-F238E27FC236}">
                <a16:creationId xmlns:a16="http://schemas.microsoft.com/office/drawing/2014/main" id="{715C8BE4-43E2-4CA3-93AE-0ECF66F67BF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504098" y="2165600"/>
          <a:ext cx="837683" cy="5425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46" r:id="rId13" imgW="1117115" imgH="723586" progId="Equation.DSMT4">
                  <p:embed/>
                </p:oleObj>
              </mc:Choice>
              <mc:Fallback>
                <p:oleObj r:id="rId13" imgW="1117115" imgH="723586" progId="Equation.DSMT4">
                  <p:embed/>
                  <p:pic>
                    <p:nvPicPr>
                      <p:cNvPr id="101" name="对象 100">
                        <a:extLst>
                          <a:ext uri="{FF2B5EF4-FFF2-40B4-BE49-F238E27FC236}">
                            <a16:creationId xmlns:a16="http://schemas.microsoft.com/office/drawing/2014/main" id="{715C8BE4-43E2-4CA3-93AE-0ECF66F67BF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4098" y="2165600"/>
                        <a:ext cx="837683" cy="54259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" name="对象 101">
            <a:extLst>
              <a:ext uri="{FF2B5EF4-FFF2-40B4-BE49-F238E27FC236}">
                <a16:creationId xmlns:a16="http://schemas.microsoft.com/office/drawing/2014/main" id="{76C2B72E-815B-4415-81FC-8BA8BE64A11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422694" y="3105613"/>
          <a:ext cx="980469" cy="5425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47" name="Equation" r:id="rId15" imgW="1307532" imgH="723586" progId="Equation.DSMT4">
                  <p:embed/>
                </p:oleObj>
              </mc:Choice>
              <mc:Fallback>
                <p:oleObj name="Equation" r:id="rId15" imgW="1307532" imgH="723586" progId="Equation.DSMT4">
                  <p:embed/>
                  <p:pic>
                    <p:nvPicPr>
                      <p:cNvPr id="102" name="对象 101">
                        <a:extLst>
                          <a:ext uri="{FF2B5EF4-FFF2-40B4-BE49-F238E27FC236}">
                            <a16:creationId xmlns:a16="http://schemas.microsoft.com/office/drawing/2014/main" id="{76C2B72E-815B-4415-81FC-8BA8BE64A11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22694" y="3105613"/>
                        <a:ext cx="980469" cy="54259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3" name="对象 102">
            <a:extLst>
              <a:ext uri="{FF2B5EF4-FFF2-40B4-BE49-F238E27FC236}">
                <a16:creationId xmlns:a16="http://schemas.microsoft.com/office/drawing/2014/main" id="{555846ED-357B-4F2C-815E-078149C9335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43012" y="3854054"/>
          <a:ext cx="2246512" cy="119940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48" name="Equation" r:id="rId17" imgW="2997200" imgH="1600200" progId="Equation.DSMT4">
                  <p:embed/>
                </p:oleObj>
              </mc:Choice>
              <mc:Fallback>
                <p:oleObj name="Equation" r:id="rId17" imgW="2997200" imgH="1600200" progId="Equation.DSMT4">
                  <p:embed/>
                  <p:pic>
                    <p:nvPicPr>
                      <p:cNvPr id="103" name="对象 102">
                        <a:extLst>
                          <a:ext uri="{FF2B5EF4-FFF2-40B4-BE49-F238E27FC236}">
                            <a16:creationId xmlns:a16="http://schemas.microsoft.com/office/drawing/2014/main" id="{555846ED-357B-4F2C-815E-078149C9335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43012" y="3854054"/>
                        <a:ext cx="2246512" cy="119940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4" name="对象 103">
            <a:extLst>
              <a:ext uri="{FF2B5EF4-FFF2-40B4-BE49-F238E27FC236}">
                <a16:creationId xmlns:a16="http://schemas.microsoft.com/office/drawing/2014/main" id="{C5D2DFDF-D8B5-40EE-AFBB-7269E535DE1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89278" y="4100361"/>
          <a:ext cx="856721" cy="2284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49" r:id="rId19" imgW="1143000" imgH="304800" progId="Equation.DSMT4">
                  <p:embed/>
                </p:oleObj>
              </mc:Choice>
              <mc:Fallback>
                <p:oleObj r:id="rId19" imgW="1143000" imgH="304800" progId="Equation.DSMT4">
                  <p:embed/>
                  <p:pic>
                    <p:nvPicPr>
                      <p:cNvPr id="104" name="对象 103">
                        <a:extLst>
                          <a:ext uri="{FF2B5EF4-FFF2-40B4-BE49-F238E27FC236}">
                            <a16:creationId xmlns:a16="http://schemas.microsoft.com/office/drawing/2014/main" id="{C5D2DFDF-D8B5-40EE-AFBB-7269E535DE1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89278" y="4100361"/>
                        <a:ext cx="856721" cy="22845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5" name="Rectangle 109">
            <a:extLst>
              <a:ext uri="{FF2B5EF4-FFF2-40B4-BE49-F238E27FC236}">
                <a16:creationId xmlns:a16="http://schemas.microsoft.com/office/drawing/2014/main" id="{D6DB4F1F-A443-429F-99DB-DDB5B23146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88737" y="4002791"/>
            <a:ext cx="1105407" cy="3976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sz="1499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明条纹</a:t>
            </a:r>
          </a:p>
        </p:txBody>
      </p:sp>
      <p:sp>
        <p:nvSpPr>
          <p:cNvPr id="106" name="Rectangle 109">
            <a:extLst>
              <a:ext uri="{FF2B5EF4-FFF2-40B4-BE49-F238E27FC236}">
                <a16:creationId xmlns:a16="http://schemas.microsoft.com/office/drawing/2014/main" id="{BD0E03D2-47AC-4D39-B5BB-06A4B42A1E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45852" y="4548950"/>
            <a:ext cx="1105407" cy="3976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sz="1499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暗条纹</a:t>
            </a:r>
          </a:p>
        </p:txBody>
      </p:sp>
      <p:graphicFrame>
        <p:nvGraphicFramePr>
          <p:cNvPr id="107" name="对象 106">
            <a:extLst>
              <a:ext uri="{FF2B5EF4-FFF2-40B4-BE49-F238E27FC236}">
                <a16:creationId xmlns:a16="http://schemas.microsoft.com/office/drawing/2014/main" id="{F2F3374E-B026-4AC8-AA71-4742FFA3DD6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57151" y="4644141"/>
          <a:ext cx="1047103" cy="2284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50" r:id="rId21" imgW="1396394" imgH="304668" progId="Equation.DSMT4">
                  <p:embed/>
                </p:oleObj>
              </mc:Choice>
              <mc:Fallback>
                <p:oleObj r:id="rId21" imgW="1396394" imgH="304668" progId="Equation.DSMT4">
                  <p:embed/>
                  <p:pic>
                    <p:nvPicPr>
                      <p:cNvPr id="107" name="对象 106">
                        <a:extLst>
                          <a:ext uri="{FF2B5EF4-FFF2-40B4-BE49-F238E27FC236}">
                            <a16:creationId xmlns:a16="http://schemas.microsoft.com/office/drawing/2014/main" id="{F2F3374E-B026-4AC8-AA71-4742FFA3DD6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57151" y="4644141"/>
                        <a:ext cx="1047103" cy="22845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8" name="矩形 107">
            <a:extLst>
              <a:ext uri="{FF2B5EF4-FFF2-40B4-BE49-F238E27FC236}">
                <a16:creationId xmlns:a16="http://schemas.microsoft.com/office/drawing/2014/main" id="{B82FC288-EE8A-429C-93EC-7096259DF378}"/>
              </a:ext>
            </a:extLst>
          </p:cNvPr>
          <p:cNvSpPr/>
          <p:nvPr/>
        </p:nvSpPr>
        <p:spPr bwMode="auto">
          <a:xfrm>
            <a:off x="5190173" y="3100854"/>
            <a:ext cx="215370" cy="54259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 sz="1349"/>
          </a:p>
        </p:txBody>
      </p:sp>
      <p:grpSp>
        <p:nvGrpSpPr>
          <p:cNvPr id="109" name="组合 5">
            <a:extLst>
              <a:ext uri="{FF2B5EF4-FFF2-40B4-BE49-F238E27FC236}">
                <a16:creationId xmlns:a16="http://schemas.microsoft.com/office/drawing/2014/main" id="{A2E8A637-7EB8-4CF6-A181-29B745A0FBF0}"/>
              </a:ext>
            </a:extLst>
          </p:cNvPr>
          <p:cNvGrpSpPr>
            <a:grpSpLocks/>
          </p:cNvGrpSpPr>
          <p:nvPr/>
        </p:nvGrpSpPr>
        <p:grpSpPr bwMode="auto">
          <a:xfrm>
            <a:off x="5725624" y="3168677"/>
            <a:ext cx="968570" cy="342074"/>
            <a:chOff x="714906" y="4721401"/>
            <a:chExt cx="2288688" cy="457033"/>
          </a:xfrm>
        </p:grpSpPr>
        <p:sp>
          <p:nvSpPr>
            <p:cNvPr id="110" name="矩形标注 20">
              <a:extLst>
                <a:ext uri="{FF2B5EF4-FFF2-40B4-BE49-F238E27FC236}">
                  <a16:creationId xmlns:a16="http://schemas.microsoft.com/office/drawing/2014/main" id="{C7B24F63-43F4-4C8E-9DCE-0EAD64D065D0}"/>
                </a:ext>
              </a:extLst>
            </p:cNvPr>
            <p:cNvSpPr/>
            <p:nvPr/>
          </p:nvSpPr>
          <p:spPr bwMode="auto">
            <a:xfrm>
              <a:off x="714906" y="4721401"/>
              <a:ext cx="2288688" cy="426059"/>
            </a:xfrm>
            <a:prstGeom prst="wedgeRectCallout">
              <a:avLst>
                <a:gd name="adj1" fmla="val -75901"/>
                <a:gd name="adj2" fmla="val 29083"/>
              </a:avLst>
            </a:prstGeom>
            <a:noFill/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zh-CN" altLang="en-US" sz="1349"/>
            </a:p>
          </p:txBody>
        </p:sp>
        <p:sp>
          <p:nvSpPr>
            <p:cNvPr id="111" name="TextBox 30">
              <a:extLst>
                <a:ext uri="{FF2B5EF4-FFF2-40B4-BE49-F238E27FC236}">
                  <a16:creationId xmlns:a16="http://schemas.microsoft.com/office/drawing/2014/main" id="{59165526-9260-48A6-A506-E317344C9D8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46789" y="4746836"/>
              <a:ext cx="2256805" cy="4315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Arial" panose="020B0604020202020204" pitchFamily="34" charset="0"/>
                <a:buNone/>
              </a:pPr>
              <a:r>
                <a:rPr lang="zh-CN" altLang="en-US" sz="1499">
                  <a:latin typeface="微软雅黑" panose="020B0503020204020204" pitchFamily="34" charset="-122"/>
                  <a:ea typeface="微软雅黑" panose="020B0503020204020204" pitchFamily="34" charset="-122"/>
                </a:rPr>
                <a:t>半波损失</a:t>
              </a:r>
            </a:p>
          </p:txBody>
        </p:sp>
      </p:grpSp>
      <p:graphicFrame>
        <p:nvGraphicFramePr>
          <p:cNvPr id="112" name="对象 111">
            <a:extLst>
              <a:ext uri="{FF2B5EF4-FFF2-40B4-BE49-F238E27FC236}">
                <a16:creationId xmlns:a16="http://schemas.microsoft.com/office/drawing/2014/main" id="{71EE4DF0-6534-4153-8382-739F6E176AC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11328" y="3123461"/>
          <a:ext cx="3474479" cy="5425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51" name="Equation" r:id="rId22" imgW="4635500" imgH="723900" progId="Equation.DSMT4">
                  <p:embed/>
                </p:oleObj>
              </mc:Choice>
              <mc:Fallback>
                <p:oleObj name="Equation" r:id="rId22" imgW="4635500" imgH="723900" progId="Equation.DSMT4">
                  <p:embed/>
                  <p:pic>
                    <p:nvPicPr>
                      <p:cNvPr id="112" name="对象 111">
                        <a:extLst>
                          <a:ext uri="{FF2B5EF4-FFF2-40B4-BE49-F238E27FC236}">
                            <a16:creationId xmlns:a16="http://schemas.microsoft.com/office/drawing/2014/main" id="{71EE4DF0-6534-4153-8382-739F6E176AC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1328" y="3123461"/>
                        <a:ext cx="3474479" cy="54259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3" name="Rectangle 109">
            <a:extLst>
              <a:ext uri="{FF2B5EF4-FFF2-40B4-BE49-F238E27FC236}">
                <a16:creationId xmlns:a16="http://schemas.microsoft.com/office/drawing/2014/main" id="{631EC1B5-FC4D-4CCB-91A8-19B34AE271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4718" y="2626381"/>
            <a:ext cx="1651427" cy="3976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sz="1499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劈尖干涉</a:t>
            </a:r>
            <a:r>
              <a:rPr lang="zh-CN" altLang="en-US" sz="1499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条件为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8D99231-607A-10C5-D550-5397B6F77536}"/>
              </a:ext>
            </a:extLst>
          </p:cNvPr>
          <p:cNvSpPr/>
          <p:nvPr/>
        </p:nvSpPr>
        <p:spPr>
          <a:xfrm>
            <a:off x="2822" y="542492"/>
            <a:ext cx="9138356" cy="90794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2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F277A55-204E-3960-D118-E3485F8B0523}"/>
              </a:ext>
            </a:extLst>
          </p:cNvPr>
          <p:cNvSpPr/>
          <p:nvPr/>
        </p:nvSpPr>
        <p:spPr>
          <a:xfrm flipV="1">
            <a:off x="8770" y="448474"/>
            <a:ext cx="9131296" cy="52969"/>
          </a:xfrm>
          <a:prstGeom prst="rect">
            <a:avLst/>
          </a:prstGeom>
          <a:solidFill>
            <a:srgbClr val="A86E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2" dirty="0"/>
          </a:p>
        </p:txBody>
      </p:sp>
    </p:spTree>
    <p:extLst>
      <p:ext uri="{BB962C8B-B14F-4D97-AF65-F5344CB8AC3E}">
        <p14:creationId xmlns:p14="http://schemas.microsoft.com/office/powerpoint/2010/main" val="37209726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00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000"/>
                            </p:stCondLst>
                            <p:childTnLst>
                              <p:par>
                                <p:cTn id="4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"/>
                            </p:stCondLst>
                            <p:childTnLst>
                              <p:par>
                                <p:cTn id="55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7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00"/>
                            </p:stCondLst>
                            <p:childTnLst>
                              <p:par>
                                <p:cTn id="6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500"/>
                            </p:stCondLst>
                            <p:childTnLst>
                              <p:par>
                                <p:cTn id="7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3" grpId="0"/>
      <p:bldP spid="97" grpId="0"/>
      <p:bldP spid="98" grpId="0"/>
      <p:bldP spid="105" grpId="0"/>
      <p:bldP spid="106" grpId="0"/>
      <p:bldP spid="108" grpId="0" animBg="1"/>
      <p:bldP spid="113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894613-00B9-4076-9FA1-18ADCCCAB9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22" y="4233"/>
            <a:ext cx="7881832" cy="489918"/>
          </a:xfrm>
        </p:spPr>
        <p:txBody>
          <a:bodyPr>
            <a:normAutofit/>
          </a:bodyPr>
          <a:lstStyle/>
          <a:p>
            <a:pPr defTabSz="457200"/>
            <a:r>
              <a:rPr lang="zh-CN" altLang="en-US" sz="2398" b="1" dirty="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光的衍射</a:t>
            </a:r>
          </a:p>
        </p:txBody>
      </p:sp>
      <p:grpSp>
        <p:nvGrpSpPr>
          <p:cNvPr id="24" name="组合 1">
            <a:extLst>
              <a:ext uri="{FF2B5EF4-FFF2-40B4-BE49-F238E27FC236}">
                <a16:creationId xmlns:a16="http://schemas.microsoft.com/office/drawing/2014/main" id="{58648A1D-A957-4950-A4D5-00E1E9DAB7BE}"/>
              </a:ext>
            </a:extLst>
          </p:cNvPr>
          <p:cNvGrpSpPr>
            <a:grpSpLocks/>
          </p:cNvGrpSpPr>
          <p:nvPr/>
        </p:nvGrpSpPr>
        <p:grpSpPr bwMode="auto">
          <a:xfrm>
            <a:off x="137097" y="2177845"/>
            <a:ext cx="4153906" cy="1458805"/>
            <a:chOff x="736071" y="4631528"/>
            <a:chExt cx="5541960" cy="1946013"/>
          </a:xfrm>
        </p:grpSpPr>
        <p:graphicFrame>
          <p:nvGraphicFramePr>
            <p:cNvPr id="25" name="对象 4">
              <a:extLst>
                <a:ext uri="{FF2B5EF4-FFF2-40B4-BE49-F238E27FC236}">
                  <a16:creationId xmlns:a16="http://schemas.microsoft.com/office/drawing/2014/main" id="{7B298005-2935-4D4B-8830-EF8454DF800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736071" y="4714067"/>
            <a:ext cx="1384300" cy="1778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437" name="Equation" r:id="rId3" imgW="1384300" imgH="1778000" progId="Equation.DSMT4">
                    <p:embed/>
                  </p:oleObj>
                </mc:Choice>
                <mc:Fallback>
                  <p:oleObj name="Equation" r:id="rId3" imgW="1384300" imgH="1778000" progId="Equation.DSMT4">
                    <p:embed/>
                    <p:pic>
                      <p:nvPicPr>
                        <p:cNvPr id="25" name="对象 4">
                          <a:extLst>
                            <a:ext uri="{FF2B5EF4-FFF2-40B4-BE49-F238E27FC236}">
                              <a16:creationId xmlns:a16="http://schemas.microsoft.com/office/drawing/2014/main" id="{7B298005-2935-4D4B-8830-EF8454DF8000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36071" y="4714067"/>
                          <a:ext cx="1384300" cy="17780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6" name="对象 5">
              <a:extLst>
                <a:ext uri="{FF2B5EF4-FFF2-40B4-BE49-F238E27FC236}">
                  <a16:creationId xmlns:a16="http://schemas.microsoft.com/office/drawing/2014/main" id="{5990029B-0E14-4ECA-B722-0CA4A1A5F3B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906431" y="5752152"/>
            <a:ext cx="1371600" cy="304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438" r:id="rId5" imgW="1371600" imgH="304800" progId="Equation.DSMT4">
                    <p:embed/>
                  </p:oleObj>
                </mc:Choice>
                <mc:Fallback>
                  <p:oleObj r:id="rId5" imgW="1371600" imgH="304800" progId="Equation.DSMT4">
                    <p:embed/>
                    <p:pic>
                      <p:nvPicPr>
                        <p:cNvPr id="26" name="对象 5">
                          <a:extLst>
                            <a:ext uri="{FF2B5EF4-FFF2-40B4-BE49-F238E27FC236}">
                              <a16:creationId xmlns:a16="http://schemas.microsoft.com/office/drawing/2014/main" id="{5990029B-0E14-4ECA-B722-0CA4A1A5F3BF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06431" y="5752152"/>
                          <a:ext cx="1371600" cy="3048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7" name="Rectangle 109">
              <a:extLst>
                <a:ext uri="{FF2B5EF4-FFF2-40B4-BE49-F238E27FC236}">
                  <a16:creationId xmlns:a16="http://schemas.microsoft.com/office/drawing/2014/main" id="{15738D8A-404C-4425-AA1F-FF2848EE85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28482" y="4631528"/>
              <a:ext cx="1830917" cy="5304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lnSpc>
                  <a:spcPct val="150000"/>
                </a:lnSpc>
                <a:buFont typeface="Arial" panose="020B0604020202020204" pitchFamily="34" charset="0"/>
                <a:buNone/>
              </a:pPr>
              <a:r>
                <a:rPr lang="zh-CN" altLang="en-US" sz="1499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中央明纹中心</a:t>
              </a:r>
            </a:p>
          </p:txBody>
        </p:sp>
        <p:sp>
          <p:nvSpPr>
            <p:cNvPr id="28" name="Rectangle 109">
              <a:extLst>
                <a:ext uri="{FF2B5EF4-FFF2-40B4-BE49-F238E27FC236}">
                  <a16:creationId xmlns:a16="http://schemas.microsoft.com/office/drawing/2014/main" id="{7F7C585D-4ABD-456C-BE65-DF26C527B4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3888" y="5252528"/>
              <a:ext cx="1474788" cy="5304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lnSpc>
                  <a:spcPct val="150000"/>
                </a:lnSpc>
                <a:buFont typeface="Arial" panose="020B0604020202020204" pitchFamily="34" charset="0"/>
                <a:buNone/>
              </a:pPr>
              <a:r>
                <a:rPr lang="zh-CN" altLang="en-US" sz="1499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暗条纹</a:t>
              </a:r>
            </a:p>
          </p:txBody>
        </p:sp>
        <p:graphicFrame>
          <p:nvGraphicFramePr>
            <p:cNvPr id="29" name="对象 8">
              <a:extLst>
                <a:ext uri="{FF2B5EF4-FFF2-40B4-BE49-F238E27FC236}">
                  <a16:creationId xmlns:a16="http://schemas.microsoft.com/office/drawing/2014/main" id="{1232A5F4-0FA0-4EDB-B1A2-6B842DED263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046288" y="4773070"/>
            <a:ext cx="190500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439" r:id="rId7" imgW="190500" imgH="279400" progId="Equation.DSMT4">
                    <p:embed/>
                  </p:oleObj>
                </mc:Choice>
                <mc:Fallback>
                  <p:oleObj r:id="rId7" imgW="190500" imgH="279400" progId="Equation.DSMT4">
                    <p:embed/>
                    <p:pic>
                      <p:nvPicPr>
                        <p:cNvPr id="29" name="对象 8">
                          <a:extLst>
                            <a:ext uri="{FF2B5EF4-FFF2-40B4-BE49-F238E27FC236}">
                              <a16:creationId xmlns:a16="http://schemas.microsoft.com/office/drawing/2014/main" id="{1232A5F4-0FA0-4EDB-B1A2-6B842DED2631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46288" y="4773070"/>
                          <a:ext cx="190500" cy="2794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0" name="对象 9">
              <a:extLst>
                <a:ext uri="{FF2B5EF4-FFF2-40B4-BE49-F238E27FC236}">
                  <a16:creationId xmlns:a16="http://schemas.microsoft.com/office/drawing/2014/main" id="{18B34332-4769-479E-84DE-725AF2FC2C3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034116" y="5853641"/>
            <a:ext cx="1295400" cy="723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440" r:id="rId9" imgW="1295400" imgH="723900" progId="Equation.DSMT4">
                    <p:embed/>
                  </p:oleObj>
                </mc:Choice>
                <mc:Fallback>
                  <p:oleObj r:id="rId9" imgW="1295400" imgH="723900" progId="Equation.DSMT4">
                    <p:embed/>
                    <p:pic>
                      <p:nvPicPr>
                        <p:cNvPr id="30" name="对象 9">
                          <a:extLst>
                            <a:ext uri="{FF2B5EF4-FFF2-40B4-BE49-F238E27FC236}">
                              <a16:creationId xmlns:a16="http://schemas.microsoft.com/office/drawing/2014/main" id="{18B34332-4769-479E-84DE-725AF2FC2C35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34116" y="5853641"/>
                          <a:ext cx="1295400" cy="7239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1" name="对象 10">
              <a:extLst>
                <a:ext uri="{FF2B5EF4-FFF2-40B4-BE49-F238E27FC236}">
                  <a16:creationId xmlns:a16="http://schemas.microsoft.com/office/drawing/2014/main" id="{0BA9C108-B18D-4B8A-985B-6884EF8A85F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034647" y="5391150"/>
            <a:ext cx="558800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441" r:id="rId11" imgW="558800" imgH="279400" progId="Equation.DSMT4">
                    <p:embed/>
                  </p:oleObj>
                </mc:Choice>
                <mc:Fallback>
                  <p:oleObj r:id="rId11" imgW="558800" imgH="279400" progId="Equation.DSMT4">
                    <p:embed/>
                    <p:pic>
                      <p:nvPicPr>
                        <p:cNvPr id="31" name="对象 10">
                          <a:extLst>
                            <a:ext uri="{FF2B5EF4-FFF2-40B4-BE49-F238E27FC236}">
                              <a16:creationId xmlns:a16="http://schemas.microsoft.com/office/drawing/2014/main" id="{0BA9C108-B18D-4B8A-985B-6884EF8A85F9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34647" y="5391150"/>
                          <a:ext cx="558800" cy="2794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2" name="Rectangle 109">
              <a:extLst>
                <a:ext uri="{FF2B5EF4-FFF2-40B4-BE49-F238E27FC236}">
                  <a16:creationId xmlns:a16="http://schemas.microsoft.com/office/drawing/2014/main" id="{90A61C45-0BD4-46B9-91BF-A0014D9B3D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20823" y="5970072"/>
              <a:ext cx="1474788" cy="5304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lnSpc>
                  <a:spcPct val="150000"/>
                </a:lnSpc>
                <a:buFont typeface="Arial" panose="020B0604020202020204" pitchFamily="34" charset="0"/>
                <a:buNone/>
              </a:pPr>
              <a:r>
                <a:rPr lang="zh-CN" altLang="en-US" sz="1499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明条纹</a:t>
              </a:r>
            </a:p>
          </p:txBody>
        </p:sp>
      </p:grpSp>
      <p:sp>
        <p:nvSpPr>
          <p:cNvPr id="33" name="Text Box 97">
            <a:extLst>
              <a:ext uri="{FF2B5EF4-FFF2-40B4-BE49-F238E27FC236}">
                <a16:creationId xmlns:a16="http://schemas.microsoft.com/office/drawing/2014/main" id="{1C819EE2-6629-4918-97BA-01FB38216B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843" y="782103"/>
            <a:ext cx="2294108" cy="34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kumimoji="1" lang="zh-CN" altLang="en-US" sz="1499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偶数个半波带</a:t>
            </a:r>
          </a:p>
        </p:txBody>
      </p:sp>
      <p:sp>
        <p:nvSpPr>
          <p:cNvPr id="34" name="Text Box 98">
            <a:extLst>
              <a:ext uri="{FF2B5EF4-FFF2-40B4-BE49-F238E27FC236}">
                <a16:creationId xmlns:a16="http://schemas.microsoft.com/office/drawing/2014/main" id="{666EEE9E-503F-420B-94D3-D28C120FE6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844" y="1100994"/>
            <a:ext cx="2496389" cy="34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kumimoji="1" lang="zh-CN" altLang="en-US" sz="1499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奇数个半波带</a:t>
            </a:r>
          </a:p>
        </p:txBody>
      </p:sp>
      <p:sp>
        <p:nvSpPr>
          <p:cNvPr id="35" name="Rectangle 99">
            <a:extLst>
              <a:ext uri="{FF2B5EF4-FFF2-40B4-BE49-F238E27FC236}">
                <a16:creationId xmlns:a16="http://schemas.microsoft.com/office/drawing/2014/main" id="{6BFD0490-9432-453F-8C3C-BE39A783BA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14646" y="785673"/>
            <a:ext cx="2395248" cy="34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kumimoji="1" lang="zh-CN" altLang="en-US" sz="1499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暗纹</a:t>
            </a:r>
          </a:p>
        </p:txBody>
      </p:sp>
      <p:sp>
        <p:nvSpPr>
          <p:cNvPr id="36" name="Text Box 100">
            <a:extLst>
              <a:ext uri="{FF2B5EF4-FFF2-40B4-BE49-F238E27FC236}">
                <a16:creationId xmlns:a16="http://schemas.microsoft.com/office/drawing/2014/main" id="{FFCC4C26-2148-4E4F-ACC6-99A45DFF41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21784" y="1402036"/>
            <a:ext cx="2597530" cy="34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kumimoji="1" lang="zh-CN" altLang="en-US" sz="1499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亮度：暗纹和亮纹之间</a:t>
            </a:r>
          </a:p>
        </p:txBody>
      </p:sp>
      <p:sp>
        <p:nvSpPr>
          <p:cNvPr id="37" name="Rectangle 101">
            <a:extLst>
              <a:ext uri="{FF2B5EF4-FFF2-40B4-BE49-F238E27FC236}">
                <a16:creationId xmlns:a16="http://schemas.microsoft.com/office/drawing/2014/main" id="{21B4B480-E35E-4602-9072-8B49F87DA8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21785" y="1085525"/>
            <a:ext cx="2463072" cy="34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kumimoji="1" lang="zh-CN" altLang="en-US" sz="1499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亮纹</a:t>
            </a:r>
          </a:p>
        </p:txBody>
      </p:sp>
      <p:sp>
        <p:nvSpPr>
          <p:cNvPr id="38" name="Rectangle 102">
            <a:extLst>
              <a:ext uri="{FF2B5EF4-FFF2-40B4-BE49-F238E27FC236}">
                <a16:creationId xmlns:a16="http://schemas.microsoft.com/office/drawing/2014/main" id="{0C20D10F-F90E-40FF-9EB0-8FEF7AE493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43" y="1388947"/>
            <a:ext cx="2664163" cy="34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kumimoji="1" lang="zh-CN" altLang="en-US" sz="1499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不为半波长的整数倍</a:t>
            </a:r>
          </a:p>
        </p:txBody>
      </p:sp>
      <p:sp>
        <p:nvSpPr>
          <p:cNvPr id="39" name="箭头: 下 38">
            <a:extLst>
              <a:ext uri="{FF2B5EF4-FFF2-40B4-BE49-F238E27FC236}">
                <a16:creationId xmlns:a16="http://schemas.microsoft.com/office/drawing/2014/main" id="{4D438951-EAC8-4D4D-8CBC-EE603D36D195}"/>
              </a:ext>
            </a:extLst>
          </p:cNvPr>
          <p:cNvSpPr/>
          <p:nvPr/>
        </p:nvSpPr>
        <p:spPr>
          <a:xfrm flipH="1">
            <a:off x="1750588" y="1725687"/>
            <a:ext cx="190382" cy="461677"/>
          </a:xfrm>
          <a:prstGeom prst="downArrow">
            <a:avLst/>
          </a:prstGeom>
          <a:solidFill>
            <a:srgbClr val="00B0F0"/>
          </a:solidFill>
          <a:ln w="25400">
            <a:solidFill>
              <a:srgbClr val="00B0F0"/>
            </a:solidFill>
            <a:headEnd type="none" w="lg" len="lg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zh-CN" altLang="en-US" sz="1349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943A932C-2045-4FAA-ACBD-76AB23DF1D83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697003" y="3607729"/>
            <a:ext cx="5118903" cy="1427559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988B517A-189A-C4FF-D708-A60A24EEF6A9}"/>
              </a:ext>
            </a:extLst>
          </p:cNvPr>
          <p:cNvSpPr/>
          <p:nvPr/>
        </p:nvSpPr>
        <p:spPr>
          <a:xfrm>
            <a:off x="2822" y="542492"/>
            <a:ext cx="9138356" cy="90794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2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030DE08-5F2E-8E6B-3D78-CA92886C5D7C}"/>
              </a:ext>
            </a:extLst>
          </p:cNvPr>
          <p:cNvSpPr/>
          <p:nvPr/>
        </p:nvSpPr>
        <p:spPr>
          <a:xfrm flipV="1">
            <a:off x="8770" y="448474"/>
            <a:ext cx="9131296" cy="52969"/>
          </a:xfrm>
          <a:prstGeom prst="rect">
            <a:avLst/>
          </a:prstGeom>
          <a:solidFill>
            <a:srgbClr val="A86E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2" dirty="0"/>
          </a:p>
        </p:txBody>
      </p:sp>
    </p:spTree>
    <p:extLst>
      <p:ext uri="{BB962C8B-B14F-4D97-AF65-F5344CB8AC3E}">
        <p14:creationId xmlns:p14="http://schemas.microsoft.com/office/powerpoint/2010/main" val="38010952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utoUpdateAnimBg="0"/>
      <p:bldP spid="34" grpId="0" autoUpdateAnimBg="0"/>
      <p:bldP spid="35" grpId="0" autoUpdateAnimBg="0"/>
      <p:bldP spid="36" grpId="0" autoUpdateAnimBg="0"/>
      <p:bldP spid="37" grpId="0" autoUpdateAnimBg="0"/>
      <p:bldP spid="38" grpId="0" autoUpdateAnimBg="0"/>
      <p:bldP spid="39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894613-00B9-4076-9FA1-18ADCCCAB9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22" y="4232"/>
            <a:ext cx="7881832" cy="515403"/>
          </a:xfrm>
        </p:spPr>
        <p:txBody>
          <a:bodyPr>
            <a:normAutofit/>
          </a:bodyPr>
          <a:lstStyle/>
          <a:p>
            <a:pPr defTabSz="457200"/>
            <a:r>
              <a:rPr lang="zh-CN" altLang="en-US" sz="2398" b="1" dirty="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量子基础</a:t>
            </a:r>
          </a:p>
        </p:txBody>
      </p:sp>
      <p:grpSp>
        <p:nvGrpSpPr>
          <p:cNvPr id="47" name="组合 46">
            <a:extLst>
              <a:ext uri="{FF2B5EF4-FFF2-40B4-BE49-F238E27FC236}">
                <a16:creationId xmlns:a16="http://schemas.microsoft.com/office/drawing/2014/main" id="{E2669F07-086A-4B59-842E-6A68BA453E21}"/>
              </a:ext>
            </a:extLst>
          </p:cNvPr>
          <p:cNvGrpSpPr>
            <a:grpSpLocks/>
          </p:cNvGrpSpPr>
          <p:nvPr/>
        </p:nvGrpSpPr>
        <p:grpSpPr bwMode="auto">
          <a:xfrm>
            <a:off x="350188" y="1184725"/>
            <a:ext cx="6004185" cy="564008"/>
            <a:chOff x="674688" y="3793588"/>
            <a:chExt cx="8010211" cy="752475"/>
          </a:xfrm>
        </p:grpSpPr>
        <p:graphicFrame>
          <p:nvGraphicFramePr>
            <p:cNvPr id="48" name="对象 1">
              <a:extLst>
                <a:ext uri="{FF2B5EF4-FFF2-40B4-BE49-F238E27FC236}">
                  <a16:creationId xmlns:a16="http://schemas.microsoft.com/office/drawing/2014/main" id="{4B93BC99-8C5D-4A9F-9DEE-ED6F3E0528C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674688" y="3822163"/>
            <a:ext cx="2044700" cy="723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474" r:id="rId3" imgW="2044700" imgH="723900" progId="Equation.DSMT4">
                    <p:embed/>
                  </p:oleObj>
                </mc:Choice>
                <mc:Fallback>
                  <p:oleObj r:id="rId3" imgW="2044700" imgH="723900" progId="Equation.DSMT4">
                    <p:embed/>
                    <p:pic>
                      <p:nvPicPr>
                        <p:cNvPr id="48" name="对象 1">
                          <a:extLst>
                            <a:ext uri="{FF2B5EF4-FFF2-40B4-BE49-F238E27FC236}">
                              <a16:creationId xmlns:a16="http://schemas.microsoft.com/office/drawing/2014/main" id="{4B93BC99-8C5D-4A9F-9DEE-ED6F3E0528CD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74688" y="3822163"/>
                          <a:ext cx="2044700" cy="7239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9" name="对象 21">
              <a:extLst>
                <a:ext uri="{FF2B5EF4-FFF2-40B4-BE49-F238E27FC236}">
                  <a16:creationId xmlns:a16="http://schemas.microsoft.com/office/drawing/2014/main" id="{F7437AC8-CE79-463C-BA38-3ADBA84FB3E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419475" y="3793588"/>
            <a:ext cx="1944688" cy="723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475" r:id="rId5" imgW="1943100" imgH="723900" progId="Equation.DSMT4">
                    <p:embed/>
                  </p:oleObj>
                </mc:Choice>
                <mc:Fallback>
                  <p:oleObj r:id="rId5" imgW="1943100" imgH="723900" progId="Equation.DSMT4">
                    <p:embed/>
                    <p:pic>
                      <p:nvPicPr>
                        <p:cNvPr id="49" name="对象 21">
                          <a:extLst>
                            <a:ext uri="{FF2B5EF4-FFF2-40B4-BE49-F238E27FC236}">
                              <a16:creationId xmlns:a16="http://schemas.microsoft.com/office/drawing/2014/main" id="{F7437AC8-CE79-463C-BA38-3ADBA84FB3ED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19475" y="3793588"/>
                          <a:ext cx="1944688" cy="7239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0" name="Rectangle 109">
              <a:extLst>
                <a:ext uri="{FF2B5EF4-FFF2-40B4-BE49-F238E27FC236}">
                  <a16:creationId xmlns:a16="http://schemas.microsoft.com/office/drawing/2014/main" id="{9A2C96F2-B8FF-4BA1-A4B6-7F663E69F5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50016" y="3879328"/>
              <a:ext cx="838201" cy="5305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lnSpc>
                  <a:spcPct val="150000"/>
                </a:lnSpc>
                <a:buFont typeface="Arial" panose="020B0604020202020204" pitchFamily="34" charset="0"/>
                <a:buNone/>
              </a:pPr>
              <a:r>
                <a:rPr lang="zh-CN" altLang="en-US" sz="1499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或</a:t>
              </a:r>
            </a:p>
          </p:txBody>
        </p:sp>
        <p:sp>
          <p:nvSpPr>
            <p:cNvPr id="51" name="Rectangle 109">
              <a:extLst>
                <a:ext uri="{FF2B5EF4-FFF2-40B4-BE49-F238E27FC236}">
                  <a16:creationId xmlns:a16="http://schemas.microsoft.com/office/drawing/2014/main" id="{7467F26A-AF21-4772-BEAB-C0C14A05E2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01974" y="3822178"/>
              <a:ext cx="3082925" cy="5305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lnSpc>
                  <a:spcPct val="150000"/>
                </a:lnSpc>
                <a:buFont typeface="Arial" panose="020B0604020202020204" pitchFamily="34" charset="0"/>
                <a:buNone/>
              </a:pPr>
              <a:r>
                <a:rPr lang="en-US" altLang="zh-CN" sz="1499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(</a:t>
              </a:r>
              <a:r>
                <a:rPr lang="zh-CN" altLang="en-US" sz="1499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爱因斯坦光电效应方程</a:t>
              </a:r>
              <a:r>
                <a:rPr lang="en-US" altLang="zh-CN" sz="1499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)</a:t>
              </a:r>
              <a:endParaRPr lang="zh-CN" altLang="en-US" sz="1499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52" name="组合 51">
            <a:extLst>
              <a:ext uri="{FF2B5EF4-FFF2-40B4-BE49-F238E27FC236}">
                <a16:creationId xmlns:a16="http://schemas.microsoft.com/office/drawing/2014/main" id="{36691F5B-971F-4BFE-85B4-69C9F25BBB37}"/>
              </a:ext>
            </a:extLst>
          </p:cNvPr>
          <p:cNvGrpSpPr>
            <a:grpSpLocks/>
          </p:cNvGrpSpPr>
          <p:nvPr/>
        </p:nvGrpSpPr>
        <p:grpSpPr bwMode="auto">
          <a:xfrm>
            <a:off x="215369" y="1994841"/>
            <a:ext cx="3939819" cy="743730"/>
            <a:chOff x="363894" y="4753942"/>
            <a:chExt cx="5257444" cy="992252"/>
          </a:xfrm>
        </p:grpSpPr>
        <p:sp>
          <p:nvSpPr>
            <p:cNvPr id="53" name="Rectangle 109">
              <a:extLst>
                <a:ext uri="{FF2B5EF4-FFF2-40B4-BE49-F238E27FC236}">
                  <a16:creationId xmlns:a16="http://schemas.microsoft.com/office/drawing/2014/main" id="{D52803AF-B173-49FA-81C1-2E4889E830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3894" y="4753942"/>
              <a:ext cx="2505869" cy="992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lnSpc>
                  <a:spcPct val="150000"/>
                </a:lnSpc>
                <a:buFont typeface="Arial" panose="020B0604020202020204" pitchFamily="34" charset="0"/>
                <a:buNone/>
              </a:pPr>
              <a:r>
                <a:rPr lang="zh-CN" altLang="en-US" sz="1499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比较实验得到的方程：</a:t>
              </a:r>
            </a:p>
          </p:txBody>
        </p:sp>
        <p:graphicFrame>
          <p:nvGraphicFramePr>
            <p:cNvPr id="54" name="对象 2">
              <a:extLst>
                <a:ext uri="{FF2B5EF4-FFF2-40B4-BE49-F238E27FC236}">
                  <a16:creationId xmlns:a16="http://schemas.microsoft.com/office/drawing/2014/main" id="{87864A63-4BCF-4673-9D22-8FAB4F78450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309938" y="4772025"/>
            <a:ext cx="2311400" cy="723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476" r:id="rId7" imgW="2311400" imgH="723900" progId="Equation.DSMT4">
                    <p:embed/>
                  </p:oleObj>
                </mc:Choice>
                <mc:Fallback>
                  <p:oleObj r:id="rId7" imgW="2311400" imgH="723900" progId="Equation.DSMT4">
                    <p:embed/>
                    <p:pic>
                      <p:nvPicPr>
                        <p:cNvPr id="54" name="对象 2">
                          <a:extLst>
                            <a:ext uri="{FF2B5EF4-FFF2-40B4-BE49-F238E27FC236}">
                              <a16:creationId xmlns:a16="http://schemas.microsoft.com/office/drawing/2014/main" id="{87864A63-4BCF-4673-9D22-8FAB4F784509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09938" y="4772025"/>
                          <a:ext cx="2311400" cy="7239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5" name="Rectangle 109">
            <a:extLst>
              <a:ext uri="{FF2B5EF4-FFF2-40B4-BE49-F238E27FC236}">
                <a16:creationId xmlns:a16="http://schemas.microsoft.com/office/drawing/2014/main" id="{5E9CE840-6CD0-4F84-80A5-D850249BB9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3792" y="2711619"/>
            <a:ext cx="786517" cy="3976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sz="1499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可得：</a:t>
            </a:r>
          </a:p>
        </p:txBody>
      </p:sp>
      <p:grpSp>
        <p:nvGrpSpPr>
          <p:cNvPr id="56" name="组合 55">
            <a:extLst>
              <a:ext uri="{FF2B5EF4-FFF2-40B4-BE49-F238E27FC236}">
                <a16:creationId xmlns:a16="http://schemas.microsoft.com/office/drawing/2014/main" id="{19E4E28E-AC11-4524-8B67-25CBCABE3307}"/>
              </a:ext>
            </a:extLst>
          </p:cNvPr>
          <p:cNvGrpSpPr>
            <a:grpSpLocks/>
          </p:cNvGrpSpPr>
          <p:nvPr/>
        </p:nvGrpSpPr>
        <p:grpSpPr bwMode="auto">
          <a:xfrm>
            <a:off x="930586" y="2711618"/>
            <a:ext cx="1655137" cy="397673"/>
            <a:chOff x="1491065" y="5751593"/>
            <a:chExt cx="2208939" cy="530558"/>
          </a:xfrm>
        </p:grpSpPr>
        <p:graphicFrame>
          <p:nvGraphicFramePr>
            <p:cNvPr id="57" name="对象 27">
              <a:extLst>
                <a:ext uri="{FF2B5EF4-FFF2-40B4-BE49-F238E27FC236}">
                  <a16:creationId xmlns:a16="http://schemas.microsoft.com/office/drawing/2014/main" id="{A525BAF9-0B5B-41F0-A939-E1AF9165950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899904" y="5883275"/>
            <a:ext cx="8001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477" r:id="rId9" imgW="799753" imgH="342751" progId="Equation.DSMT4">
                    <p:embed/>
                  </p:oleObj>
                </mc:Choice>
                <mc:Fallback>
                  <p:oleObj r:id="rId9" imgW="799753" imgH="342751" progId="Equation.DSMT4">
                    <p:embed/>
                    <p:pic>
                      <p:nvPicPr>
                        <p:cNvPr id="57" name="对象 27">
                          <a:extLst>
                            <a:ext uri="{FF2B5EF4-FFF2-40B4-BE49-F238E27FC236}">
                              <a16:creationId xmlns:a16="http://schemas.microsoft.com/office/drawing/2014/main" id="{A525BAF9-0B5B-41F0-A939-E1AF9165950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99904" y="5883275"/>
                          <a:ext cx="800100" cy="3429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8" name="Rectangle 109">
              <a:extLst>
                <a:ext uri="{FF2B5EF4-FFF2-40B4-BE49-F238E27FC236}">
                  <a16:creationId xmlns:a16="http://schemas.microsoft.com/office/drawing/2014/main" id="{03FDA455-5C8C-414E-974B-D901437ACC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91065" y="5751593"/>
              <a:ext cx="2019300" cy="5305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lnSpc>
                  <a:spcPct val="150000"/>
                </a:lnSpc>
                <a:buFont typeface="Arial" panose="020B0604020202020204" pitchFamily="34" charset="0"/>
                <a:buNone/>
              </a:pPr>
              <a:r>
                <a:rPr lang="zh-CN" altLang="en-US" sz="1499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普朗克常数</a:t>
              </a:r>
            </a:p>
          </p:txBody>
        </p:sp>
      </p:grpSp>
      <p:grpSp>
        <p:nvGrpSpPr>
          <p:cNvPr id="59" name="组合 58">
            <a:extLst>
              <a:ext uri="{FF2B5EF4-FFF2-40B4-BE49-F238E27FC236}">
                <a16:creationId xmlns:a16="http://schemas.microsoft.com/office/drawing/2014/main" id="{DF8478F3-FA29-4A6B-8DF1-E790B41517A2}"/>
              </a:ext>
            </a:extLst>
          </p:cNvPr>
          <p:cNvGrpSpPr>
            <a:grpSpLocks/>
          </p:cNvGrpSpPr>
          <p:nvPr/>
        </p:nvGrpSpPr>
        <p:grpSpPr bwMode="auto">
          <a:xfrm>
            <a:off x="2930560" y="2639035"/>
            <a:ext cx="2257453" cy="552109"/>
            <a:chOff x="4720027" y="5943703"/>
            <a:chExt cx="3011715" cy="736600"/>
          </a:xfrm>
        </p:grpSpPr>
        <p:sp>
          <p:nvSpPr>
            <p:cNvPr id="60" name="Rectangle 109">
              <a:extLst>
                <a:ext uri="{FF2B5EF4-FFF2-40B4-BE49-F238E27FC236}">
                  <a16:creationId xmlns:a16="http://schemas.microsoft.com/office/drawing/2014/main" id="{DC75B753-1D80-4570-AF2B-1CB9E9286D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20027" y="6036279"/>
              <a:ext cx="1390954" cy="5305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lnSpc>
                  <a:spcPct val="150000"/>
                </a:lnSpc>
                <a:buFont typeface="Arial" panose="020B0604020202020204" pitchFamily="34" charset="0"/>
                <a:buNone/>
              </a:pPr>
              <a:r>
                <a:rPr lang="zh-CN" altLang="en-US" sz="1499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红限频率</a:t>
              </a:r>
            </a:p>
          </p:txBody>
        </p:sp>
        <p:graphicFrame>
          <p:nvGraphicFramePr>
            <p:cNvPr id="61" name="对象 30">
              <a:extLst>
                <a:ext uri="{FF2B5EF4-FFF2-40B4-BE49-F238E27FC236}">
                  <a16:creationId xmlns:a16="http://schemas.microsoft.com/office/drawing/2014/main" id="{D94B7437-C185-42B1-BC71-E395E8053FE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6156942" y="5943703"/>
            <a:ext cx="1574800" cy="736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478" r:id="rId11" imgW="1574800" imgH="736600" progId="Equation.DSMT4">
                    <p:embed/>
                  </p:oleObj>
                </mc:Choice>
                <mc:Fallback>
                  <p:oleObj r:id="rId11" imgW="1574800" imgH="736600" progId="Equation.DSMT4">
                    <p:embed/>
                    <p:pic>
                      <p:nvPicPr>
                        <p:cNvPr id="61" name="对象 30">
                          <a:extLst>
                            <a:ext uri="{FF2B5EF4-FFF2-40B4-BE49-F238E27FC236}">
                              <a16:creationId xmlns:a16="http://schemas.microsoft.com/office/drawing/2014/main" id="{D94B7437-C185-42B1-BC71-E395E8053FE9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156942" y="5943703"/>
                          <a:ext cx="1574800" cy="7366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2" name="组合 1">
            <a:extLst>
              <a:ext uri="{FF2B5EF4-FFF2-40B4-BE49-F238E27FC236}">
                <a16:creationId xmlns:a16="http://schemas.microsoft.com/office/drawing/2014/main" id="{CF98D5D8-FB3F-47F0-9062-F044157E57D3}"/>
              </a:ext>
            </a:extLst>
          </p:cNvPr>
          <p:cNvGrpSpPr>
            <a:grpSpLocks/>
          </p:cNvGrpSpPr>
          <p:nvPr/>
        </p:nvGrpSpPr>
        <p:grpSpPr bwMode="auto">
          <a:xfrm>
            <a:off x="446401" y="3249592"/>
            <a:ext cx="5080830" cy="397673"/>
            <a:chOff x="4503980" y="6278178"/>
            <a:chExt cx="6779970" cy="530092"/>
          </a:xfrm>
        </p:grpSpPr>
        <p:sp>
          <p:nvSpPr>
            <p:cNvPr id="63" name="Rectangle 109">
              <a:extLst>
                <a:ext uri="{FF2B5EF4-FFF2-40B4-BE49-F238E27FC236}">
                  <a16:creationId xmlns:a16="http://schemas.microsoft.com/office/drawing/2014/main" id="{502A9E55-080A-4E6D-B524-5C2F6A80A6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03980" y="6278178"/>
              <a:ext cx="6779970" cy="5300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lnSpc>
                  <a:spcPct val="150000"/>
                </a:lnSpc>
                <a:buFont typeface="Arial" panose="020B0604020202020204" pitchFamily="34" charset="0"/>
                <a:buNone/>
              </a:pPr>
              <a:r>
                <a:rPr lang="zh-CN" altLang="en-US" sz="1499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说明红限与逸出功的关系，            时，不能产生光电效应。     </a:t>
              </a:r>
            </a:p>
          </p:txBody>
        </p:sp>
        <p:graphicFrame>
          <p:nvGraphicFramePr>
            <p:cNvPr id="64" name="对象 27">
              <a:extLst>
                <a:ext uri="{FF2B5EF4-FFF2-40B4-BE49-F238E27FC236}">
                  <a16:creationId xmlns:a16="http://schemas.microsoft.com/office/drawing/2014/main" id="{0ABEDA64-DDDF-4DC5-A1C4-4134BA4F07F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7524750" y="6434902"/>
            <a:ext cx="962025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479" name="Equation" r:id="rId13" imgW="965200" imgH="342900" progId="Equation.DSMT4">
                    <p:embed/>
                  </p:oleObj>
                </mc:Choice>
                <mc:Fallback>
                  <p:oleObj name="Equation" r:id="rId13" imgW="965200" imgH="342900" progId="Equation.DSMT4">
                    <p:embed/>
                    <p:pic>
                      <p:nvPicPr>
                        <p:cNvPr id="64" name="对象 27">
                          <a:extLst>
                            <a:ext uri="{FF2B5EF4-FFF2-40B4-BE49-F238E27FC236}">
                              <a16:creationId xmlns:a16="http://schemas.microsoft.com/office/drawing/2014/main" id="{0ABEDA64-DDDF-4DC5-A1C4-4134BA4F07FB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524750" y="6434902"/>
                          <a:ext cx="962025" cy="3429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65" name="Rectangle 109">
            <a:extLst>
              <a:ext uri="{FF2B5EF4-FFF2-40B4-BE49-F238E27FC236}">
                <a16:creationId xmlns:a16="http://schemas.microsoft.com/office/drawing/2014/main" id="{9FE9EE8A-339C-4635-BE28-F25F1E10C3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872" y="730090"/>
            <a:ext cx="1651427" cy="4589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光电效应</a:t>
            </a:r>
          </a:p>
        </p:txBody>
      </p:sp>
      <p:graphicFrame>
        <p:nvGraphicFramePr>
          <p:cNvPr id="67" name="对象 66">
            <a:extLst>
              <a:ext uri="{FF2B5EF4-FFF2-40B4-BE49-F238E27FC236}">
                <a16:creationId xmlns:a16="http://schemas.microsoft.com/office/drawing/2014/main" id="{8234E146-252B-4D3C-ABF0-D0BF3D9E184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41590493"/>
              </p:ext>
            </p:extLst>
          </p:nvPr>
        </p:nvGraphicFramePr>
        <p:xfrm>
          <a:off x="2106304" y="3889751"/>
          <a:ext cx="1180371" cy="2570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80" r:id="rId15" imgW="1574800" imgH="342900" progId="Equation.DSMT4">
                  <p:embed/>
                </p:oleObj>
              </mc:Choice>
              <mc:Fallback>
                <p:oleObj r:id="rId15" imgW="1574800" imgH="342900" progId="Equation.DSMT4">
                  <p:embed/>
                  <p:pic>
                    <p:nvPicPr>
                      <p:cNvPr id="67" name="对象 66">
                        <a:extLst>
                          <a:ext uri="{FF2B5EF4-FFF2-40B4-BE49-F238E27FC236}">
                            <a16:creationId xmlns:a16="http://schemas.microsoft.com/office/drawing/2014/main" id="{8234E146-252B-4D3C-ABF0-D0BF3D9E184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06304" y="3889751"/>
                        <a:ext cx="1180371" cy="25701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" name="对象 67">
            <a:extLst>
              <a:ext uri="{FF2B5EF4-FFF2-40B4-BE49-F238E27FC236}">
                <a16:creationId xmlns:a16="http://schemas.microsoft.com/office/drawing/2014/main" id="{F2C5449A-8518-4799-81A3-4C22FBCCF9B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3281549"/>
              </p:ext>
            </p:extLst>
          </p:nvPr>
        </p:nvGraphicFramePr>
        <p:xfrm>
          <a:off x="2093215" y="4332390"/>
          <a:ext cx="1047103" cy="55210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81" r:id="rId17" imgW="1397000" imgH="736600" progId="Equation.DSMT4">
                  <p:embed/>
                </p:oleObj>
              </mc:Choice>
              <mc:Fallback>
                <p:oleObj r:id="rId17" imgW="1397000" imgH="736600" progId="Equation.DSMT4">
                  <p:embed/>
                  <p:pic>
                    <p:nvPicPr>
                      <p:cNvPr id="68" name="对象 67">
                        <a:extLst>
                          <a:ext uri="{FF2B5EF4-FFF2-40B4-BE49-F238E27FC236}">
                            <a16:creationId xmlns:a16="http://schemas.microsoft.com/office/drawing/2014/main" id="{F2C5449A-8518-4799-81A3-4C22FBCCF9B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93215" y="4332390"/>
                        <a:ext cx="1047103" cy="55210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9" name="左大括号 68">
            <a:extLst>
              <a:ext uri="{FF2B5EF4-FFF2-40B4-BE49-F238E27FC236}">
                <a16:creationId xmlns:a16="http://schemas.microsoft.com/office/drawing/2014/main" id="{34E5B4DC-737D-48BC-8446-CF5424D2DBCE}"/>
              </a:ext>
            </a:extLst>
          </p:cNvPr>
          <p:cNvSpPr/>
          <p:nvPr/>
        </p:nvSpPr>
        <p:spPr>
          <a:xfrm flipH="1">
            <a:off x="3359258" y="3986132"/>
            <a:ext cx="234409" cy="868620"/>
          </a:xfrm>
          <a:prstGeom prst="leftBrace">
            <a:avLst>
              <a:gd name="adj1" fmla="val 32534"/>
              <a:gd name="adj2" fmla="val 47374"/>
            </a:avLst>
          </a:prstGeom>
          <a:noFill/>
          <a:ln w="19050" cap="flat" cmpd="sng" algn="ctr">
            <a:solidFill>
              <a:srgbClr val="00B0F0"/>
            </a:solidFill>
            <a:prstDash val="solid"/>
          </a:ln>
          <a:effectLst/>
        </p:spPr>
        <p:txBody>
          <a:bodyPr anchor="ctr"/>
          <a:lstStyle/>
          <a:p>
            <a:pPr algn="ctr">
              <a:defRPr/>
            </a:pPr>
            <a:endParaRPr lang="zh-CN" altLang="en-US" sz="1349" kern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0" name="Rectangle 109">
            <a:extLst>
              <a:ext uri="{FF2B5EF4-FFF2-40B4-BE49-F238E27FC236}">
                <a16:creationId xmlns:a16="http://schemas.microsoft.com/office/drawing/2014/main" id="{0B5778CD-86D5-4A21-B709-C987D3539C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95997" y="4100362"/>
            <a:ext cx="1665846" cy="3976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sz="1499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德布罗意公式</a:t>
            </a:r>
            <a:endParaRPr lang="en-US" altLang="zh-CN" sz="1499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8A6E66F-05EB-5972-9E30-0EBEBFD99DA7}"/>
              </a:ext>
            </a:extLst>
          </p:cNvPr>
          <p:cNvSpPr/>
          <p:nvPr/>
        </p:nvSpPr>
        <p:spPr>
          <a:xfrm>
            <a:off x="2822" y="542492"/>
            <a:ext cx="9138356" cy="90794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2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502ECD9-B2D3-ABAE-EF51-4A62AA1CD2DB}"/>
              </a:ext>
            </a:extLst>
          </p:cNvPr>
          <p:cNvSpPr/>
          <p:nvPr/>
        </p:nvSpPr>
        <p:spPr>
          <a:xfrm flipV="1">
            <a:off x="8770" y="448474"/>
            <a:ext cx="9131296" cy="52969"/>
          </a:xfrm>
          <a:prstGeom prst="rect">
            <a:avLst/>
          </a:prstGeom>
          <a:solidFill>
            <a:srgbClr val="A86E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2" dirty="0"/>
          </a:p>
        </p:txBody>
      </p:sp>
    </p:spTree>
    <p:extLst>
      <p:ext uri="{BB962C8B-B14F-4D97-AF65-F5344CB8AC3E}">
        <p14:creationId xmlns:p14="http://schemas.microsoft.com/office/powerpoint/2010/main" val="22389755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47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" grpId="0"/>
      <p:bldP spid="65" grpId="0"/>
      <p:bldP spid="69" grpId="0" animBg="1"/>
      <p:bldP spid="70" grpId="0"/>
    </p:bldLst>
  </p:timing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256</TotalTime>
  <Words>1076</Words>
  <Application>Microsoft Office PowerPoint</Application>
  <PresentationFormat>自定义</PresentationFormat>
  <Paragraphs>175</Paragraphs>
  <Slides>27</Slides>
  <Notes>19</Notes>
  <HiddenSlides>0</HiddenSlides>
  <MMClips>0</MMClips>
  <ScaleCrop>false</ScaleCrop>
  <HeadingPairs>
    <vt:vector size="8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27</vt:i4>
      </vt:variant>
    </vt:vector>
  </HeadingPairs>
  <TitlesOfParts>
    <vt:vector size="39" baseType="lpstr">
      <vt:lpstr>等线</vt:lpstr>
      <vt:lpstr>华文中宋</vt:lpstr>
      <vt:lpstr>宋体</vt:lpstr>
      <vt:lpstr>微软雅黑</vt:lpstr>
      <vt:lpstr>Arial</vt:lpstr>
      <vt:lpstr>Calibri</vt:lpstr>
      <vt:lpstr>Calibri Light</vt:lpstr>
      <vt:lpstr>Times New Roman</vt:lpstr>
      <vt:lpstr>Office 主题​​</vt:lpstr>
      <vt:lpstr>Equation</vt:lpstr>
      <vt:lpstr>公式</vt:lpstr>
      <vt:lpstr>MathType 6.0 Equation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光的干涉</vt:lpstr>
      <vt:lpstr>光的干涉</vt:lpstr>
      <vt:lpstr>光的衍射</vt:lpstr>
      <vt:lpstr>量子基础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耿 治国</dc:creator>
  <cp:lastModifiedBy>耿 治国</cp:lastModifiedBy>
  <cp:revision>16</cp:revision>
  <dcterms:created xsi:type="dcterms:W3CDTF">2023-04-24T08:18:39Z</dcterms:created>
  <dcterms:modified xsi:type="dcterms:W3CDTF">2023-05-30T08:02:18Z</dcterms:modified>
</cp:coreProperties>
</file>