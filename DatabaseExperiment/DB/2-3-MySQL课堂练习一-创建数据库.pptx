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2" r:id="rId7"/>
    <p:sldId id="261" r:id="rId8"/>
    <p:sldId id="263" r:id="rId9"/>
    <p:sldId id="265" r:id="rId10"/>
    <p:sldId id="267" r:id="rId11"/>
    <p:sldId id="264" r:id="rId12"/>
    <p:sldId id="268" r:id="rId13"/>
    <p:sldId id="26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08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79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827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67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2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71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27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9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2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938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A7A11-ADCF-4CE9-BF6A-9B7BCE9FD8FD}" type="datetimeFigureOut">
              <a:rPr lang="zh-CN" altLang="en-US" smtClean="0"/>
              <a:t>2022/9/5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642FA-ABAD-40B7-9AC5-1B28470B0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90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MySQL</a:t>
            </a:r>
            <a:r>
              <a:rPr lang="zh-CN" altLang="en-US" dirty="0" smtClean="0"/>
              <a:t>常见命令练习（一）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zh-CN" altLang="en-US" dirty="0" smtClean="0"/>
              <a:t>连接服务器、查看数据库、利用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sql</a:t>
            </a:r>
            <a:r>
              <a:rPr lang="zh-CN" altLang="en-US" dirty="0" smtClean="0"/>
              <a:t>文件加载数据库、查看数据库中的表、命令创建和删除</a:t>
            </a:r>
            <a:r>
              <a:rPr lang="zh-CN" altLang="en-US" dirty="0" smtClean="0"/>
              <a:t>数据库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92767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连接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命令行方式：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以管理员身份打开</a:t>
            </a:r>
            <a:r>
              <a:rPr lang="en-US" altLang="zh-CN" dirty="0" err="1" smtClean="0"/>
              <a:t>cmd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输入：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>
                <a:solidFill>
                  <a:srgbClr val="FF0000"/>
                </a:solidFill>
              </a:rPr>
              <a:t>mysql</a:t>
            </a:r>
            <a:r>
              <a:rPr lang="en-US" altLang="zh-CN" dirty="0" smtClean="0">
                <a:solidFill>
                  <a:srgbClr val="FF0000"/>
                </a:solidFill>
              </a:rPr>
              <a:t> –</a:t>
            </a:r>
            <a:r>
              <a:rPr lang="en-US" altLang="zh-CN" dirty="0" err="1" smtClean="0">
                <a:solidFill>
                  <a:srgbClr val="FF0000"/>
                </a:solidFill>
              </a:rPr>
              <a:t>uroot</a:t>
            </a:r>
            <a:r>
              <a:rPr lang="en-US" altLang="zh-CN" dirty="0" smtClean="0">
                <a:solidFill>
                  <a:srgbClr val="FF0000"/>
                </a:solidFill>
              </a:rPr>
              <a:t> -p</a:t>
            </a:r>
          </a:p>
          <a:p>
            <a:pPr marL="457200" lvl="1" indent="0">
              <a:buNone/>
            </a:pPr>
            <a:r>
              <a:rPr lang="zh-CN" altLang="en-US" dirty="0" smtClean="0"/>
              <a:t>在提示</a:t>
            </a:r>
            <a:r>
              <a:rPr lang="en-US" altLang="zh-CN" dirty="0" smtClean="0"/>
              <a:t>Enter password</a:t>
            </a:r>
            <a:r>
              <a:rPr lang="zh-CN" altLang="en-US" dirty="0" smtClean="0"/>
              <a:t>：后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输入你的密码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5055832" y="1825624"/>
            <a:ext cx="7707959" cy="5032375"/>
            <a:chOff x="5055832" y="1825624"/>
            <a:chExt cx="7707959" cy="503237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5832" y="1825624"/>
              <a:ext cx="7707959" cy="503237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219666" y="2702257"/>
              <a:ext cx="1514901" cy="25930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4513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查看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服务器上的数据库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61848" cy="4351338"/>
          </a:xfrm>
        </p:spPr>
        <p:txBody>
          <a:bodyPr/>
          <a:lstStyle/>
          <a:p>
            <a:r>
              <a:rPr lang="zh-CN" altLang="en-US" dirty="0" smtClean="0"/>
              <a:t>命令行方式查看服务器上的数据库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MySQL&gt;</a:t>
            </a:r>
            <a:r>
              <a:rPr lang="zh-CN" altLang="en-US" dirty="0" smtClean="0"/>
              <a:t>提示符后输入：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 smtClean="0">
                <a:solidFill>
                  <a:srgbClr val="FF0000"/>
                </a:solidFill>
              </a:rPr>
              <a:t>show databases;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742675" y="1825625"/>
            <a:ext cx="6449325" cy="4820323"/>
            <a:chOff x="5742675" y="1825625"/>
            <a:chExt cx="6449325" cy="482032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2675" y="1825625"/>
              <a:ext cx="6449325" cy="4820323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6277968" y="4612943"/>
              <a:ext cx="1460311" cy="3002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2536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加载样例数据库</a:t>
            </a:r>
            <a:r>
              <a:rPr lang="en-US" altLang="zh-CN" dirty="0" err="1" smtClean="0"/>
              <a:t>classicmodels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76248" cy="4351338"/>
          </a:xfrm>
        </p:spPr>
        <p:txBody>
          <a:bodyPr/>
          <a:lstStyle/>
          <a:p>
            <a:r>
              <a:rPr lang="zh-CN" altLang="en-US" dirty="0" smtClean="0"/>
              <a:t>命令行方式从外部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脚本中加载数据库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MySQL&gt;</a:t>
            </a:r>
            <a:r>
              <a:rPr lang="zh-CN" altLang="en-US" dirty="0" smtClean="0"/>
              <a:t>提示符后输入：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   source </a:t>
            </a:r>
            <a:r>
              <a:rPr lang="en-US" altLang="zh-CN" dirty="0" err="1" smtClean="0">
                <a:solidFill>
                  <a:srgbClr val="FF0000"/>
                </a:solidFill>
              </a:rPr>
              <a:t>sql</a:t>
            </a:r>
            <a:r>
              <a:rPr lang="zh-CN" altLang="en-US" dirty="0">
                <a:solidFill>
                  <a:srgbClr val="FF0000"/>
                </a:solidFill>
              </a:rPr>
              <a:t>脚本文件的路径</a:t>
            </a:r>
            <a:r>
              <a:rPr lang="zh-CN" altLang="en-US" dirty="0" smtClean="0">
                <a:solidFill>
                  <a:srgbClr val="FF0000"/>
                </a:solidFill>
              </a:rPr>
              <a:t>全名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例如从文件</a:t>
            </a:r>
            <a:r>
              <a:rPr lang="en-US" altLang="zh-CN" dirty="0" smtClean="0"/>
              <a:t>d:\mysqlsampledatabase.sql </a:t>
            </a:r>
            <a:r>
              <a:rPr lang="zh-CN" altLang="en-US" dirty="0" smtClean="0"/>
              <a:t>中加载</a:t>
            </a:r>
            <a:r>
              <a:rPr lang="en-US" altLang="zh-CN" dirty="0" err="1" smtClean="0"/>
              <a:t>classicmodels</a:t>
            </a:r>
            <a:r>
              <a:rPr lang="en-US" altLang="zh-CN" dirty="0" smtClean="0"/>
              <a:t> </a:t>
            </a:r>
            <a:r>
              <a:rPr lang="zh-CN" altLang="en-US" dirty="0" smtClean="0"/>
              <a:t>数据库：</a:t>
            </a:r>
            <a:r>
              <a:rPr lang="en-US" altLang="zh-CN" dirty="0">
                <a:solidFill>
                  <a:srgbClr val="FF0000"/>
                </a:solidFill>
              </a:rPr>
              <a:t>source </a:t>
            </a:r>
            <a:r>
              <a:rPr lang="en-US" altLang="zh-CN" dirty="0" smtClean="0">
                <a:solidFill>
                  <a:srgbClr val="FF0000"/>
                </a:solidFill>
              </a:rPr>
              <a:t>d:\mysqlsampledatabase.sql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900934" y="1591132"/>
            <a:ext cx="5077534" cy="4820323"/>
            <a:chOff x="6900934" y="1591132"/>
            <a:chExt cx="5077534" cy="4820323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0934" y="1591132"/>
              <a:ext cx="5077534" cy="4820323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055893" y="4899546"/>
              <a:ext cx="1460310" cy="2320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04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进入数据库</a:t>
            </a:r>
            <a:r>
              <a:rPr lang="en-US" altLang="zh-CN" dirty="0" err="1" smtClean="0"/>
              <a:t>classicmodels</a:t>
            </a:r>
            <a:r>
              <a:rPr lang="zh-CN" altLang="en-US" dirty="0" smtClean="0"/>
              <a:t>并查看表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5412475" cy="4351338"/>
          </a:xfrm>
        </p:spPr>
        <p:txBody>
          <a:bodyPr/>
          <a:lstStyle/>
          <a:p>
            <a:r>
              <a:rPr lang="zh-CN" altLang="en-US" dirty="0" smtClean="0"/>
              <a:t>命令行方式进入数据库：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MySQL&gt;</a:t>
            </a:r>
            <a:r>
              <a:rPr lang="zh-CN" altLang="en-US" dirty="0" smtClean="0"/>
              <a:t>提示符后输入：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use </a:t>
            </a:r>
            <a:r>
              <a:rPr lang="zh-CN" altLang="en-US" dirty="0">
                <a:solidFill>
                  <a:srgbClr val="FF0000"/>
                </a:solidFill>
              </a:rPr>
              <a:t>数据库名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 smtClean="0"/>
              <a:t>例如：进入数据库</a:t>
            </a:r>
            <a:r>
              <a:rPr lang="en-US" altLang="zh-CN" dirty="0" err="1" smtClean="0"/>
              <a:t>classicmodels</a:t>
            </a:r>
            <a:endParaRPr lang="en-US" altLang="zh-CN" dirty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use </a:t>
            </a:r>
            <a:r>
              <a:rPr lang="en-US" altLang="zh-CN" dirty="0" err="1" smtClean="0">
                <a:solidFill>
                  <a:srgbClr val="FF0000"/>
                </a:solidFill>
              </a:rPr>
              <a:t>classicmodels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r>
              <a:rPr lang="zh-CN" altLang="en-US" dirty="0" smtClean="0"/>
              <a:t>查看当前数据库中的表</a:t>
            </a:r>
            <a:endParaRPr lang="en-US" altLang="zh-CN" dirty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MySQL&gt;</a:t>
            </a:r>
            <a:r>
              <a:rPr lang="zh-CN" altLang="en-US" dirty="0" smtClean="0"/>
              <a:t>提示符后输入：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show tables;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666845" y="1690688"/>
            <a:ext cx="5042933" cy="5186432"/>
            <a:chOff x="6666845" y="1690688"/>
            <a:chExt cx="5042933" cy="518643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6845" y="1690688"/>
              <a:ext cx="5042933" cy="5186432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7274257" y="3794078"/>
              <a:ext cx="1542197" cy="1910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287904" y="4135272"/>
              <a:ext cx="1392072" cy="1910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查看当前使用数据库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07758" cy="4351338"/>
          </a:xfrm>
        </p:spPr>
        <p:txBody>
          <a:bodyPr/>
          <a:lstStyle/>
          <a:p>
            <a:r>
              <a:rPr lang="zh-CN" altLang="en-US" dirty="0" smtClean="0"/>
              <a:t>命令行方式查看当前在使用的数据库：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select database();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6666846" y="1690688"/>
            <a:ext cx="4686954" cy="4820323"/>
            <a:chOff x="6666846" y="1690688"/>
            <a:chExt cx="4686954" cy="4820323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6846" y="1690688"/>
              <a:ext cx="4686954" cy="482032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5" name="矩形 4"/>
            <p:cNvSpPr/>
            <p:nvPr/>
          </p:nvSpPr>
          <p:spPr>
            <a:xfrm>
              <a:off x="7233313" y="5022376"/>
              <a:ext cx="1528550" cy="20471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534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查看表结构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命令行方式查看表结构：</a:t>
            </a:r>
            <a:endParaRPr lang="en-US" altLang="zh-CN" dirty="0" smtClean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desc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表名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 smtClean="0"/>
              <a:t>例如：查看</a:t>
            </a:r>
            <a:r>
              <a:rPr lang="en-US" altLang="zh-CN" dirty="0" smtClean="0"/>
              <a:t>customers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desc</a:t>
            </a:r>
            <a:r>
              <a:rPr lang="en-US" altLang="zh-CN" dirty="0" smtClean="0">
                <a:solidFill>
                  <a:srgbClr val="FF0000"/>
                </a:solidFill>
              </a:rPr>
              <a:t> customers;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751" y="1825625"/>
            <a:ext cx="6449325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1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查看其他数据库中的表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980686" cy="4351338"/>
          </a:xfrm>
        </p:spPr>
        <p:txBody>
          <a:bodyPr/>
          <a:lstStyle/>
          <a:p>
            <a:r>
              <a:rPr lang="zh-CN" altLang="en-US" dirty="0" smtClean="0"/>
              <a:t>命令行方式查看其他数据库中的表：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show tables from </a:t>
            </a:r>
            <a:r>
              <a:rPr lang="zh-CN" altLang="en-US" dirty="0">
                <a:solidFill>
                  <a:srgbClr val="FF0000"/>
                </a:solidFill>
              </a:rPr>
              <a:t>数据库</a:t>
            </a:r>
            <a:r>
              <a:rPr lang="zh-CN" altLang="en-US" dirty="0" smtClean="0">
                <a:solidFill>
                  <a:srgbClr val="FF0000"/>
                </a:solidFill>
              </a:rPr>
              <a:t>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 smtClean="0"/>
              <a:t>例如：通过右图看到</a:t>
            </a:r>
            <a:r>
              <a:rPr lang="en-US" altLang="zh-CN" dirty="0" smtClean="0"/>
              <a:t>MySQL</a:t>
            </a:r>
            <a:r>
              <a:rPr lang="zh-CN" altLang="en-US" dirty="0" smtClean="0"/>
              <a:t>服务器上有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个数据库，我们要查看数据库</a:t>
            </a:r>
            <a:r>
              <a:rPr lang="en-US" altLang="zh-CN" dirty="0" smtClean="0"/>
              <a:t>sys</a:t>
            </a:r>
            <a:r>
              <a:rPr lang="zh-CN" altLang="en-US" dirty="0" smtClean="0"/>
              <a:t>中的表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show tables from sys;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886" y="1591132"/>
            <a:ext cx="6373114" cy="48203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885" y="1362499"/>
            <a:ext cx="4344006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4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切换数据库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16188" cy="4351338"/>
          </a:xfrm>
        </p:spPr>
        <p:txBody>
          <a:bodyPr/>
          <a:lstStyle/>
          <a:p>
            <a:r>
              <a:rPr lang="zh-CN" altLang="en-US" dirty="0" smtClean="0"/>
              <a:t>命令行方式切换数据库实际就是进入数据库，也采用命令：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use </a:t>
            </a:r>
            <a:r>
              <a:rPr lang="zh-CN" altLang="en-US" dirty="0" smtClean="0">
                <a:solidFill>
                  <a:srgbClr val="FF0000"/>
                </a:solidFill>
              </a:rPr>
              <a:t>数据库名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 smtClean="0"/>
              <a:t>例如：进入</a:t>
            </a:r>
            <a:r>
              <a:rPr lang="en-US" altLang="zh-CN" dirty="0" smtClean="0"/>
              <a:t>sys</a:t>
            </a:r>
            <a:r>
              <a:rPr lang="zh-CN" altLang="en-US" dirty="0" smtClean="0"/>
              <a:t>数据库：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use sys;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189" y="1580413"/>
            <a:ext cx="4744112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4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删除数据库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398827" cy="4351338"/>
          </a:xfrm>
        </p:spPr>
        <p:txBody>
          <a:bodyPr/>
          <a:lstStyle/>
          <a:p>
            <a:r>
              <a:rPr lang="zh-CN" altLang="en-US" dirty="0"/>
              <a:t>命令行</a:t>
            </a:r>
            <a:r>
              <a:rPr lang="zh-CN" altLang="en-US" dirty="0" smtClean="0"/>
              <a:t>方式删除数据库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drop database </a:t>
            </a:r>
            <a:r>
              <a:rPr lang="zh-CN" altLang="en-US" dirty="0" smtClean="0">
                <a:solidFill>
                  <a:srgbClr val="FF0000"/>
                </a:solidFill>
              </a:rPr>
              <a:t>数据库名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 smtClean="0"/>
              <a:t>例如：删除数据库 </a:t>
            </a:r>
            <a:r>
              <a:rPr lang="en-US" altLang="zh-CN" dirty="0" err="1" smtClean="0"/>
              <a:t>classicmodels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drop database </a:t>
            </a:r>
            <a:r>
              <a:rPr lang="en-US" altLang="zh-CN" dirty="0" err="1" smtClean="0">
                <a:solidFill>
                  <a:srgbClr val="FF0000"/>
                </a:solidFill>
              </a:rPr>
              <a:t>classicmodels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951" y="1591132"/>
            <a:ext cx="4648849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32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退出数据库</a:t>
            </a:r>
            <a:r>
              <a:rPr lang="en-US" altLang="zh-CN" dirty="0" smtClean="0"/>
              <a:t>(MySQL</a:t>
            </a:r>
            <a:r>
              <a:rPr lang="zh-CN" altLang="en-US" dirty="0" smtClean="0"/>
              <a:t>服务器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命令行方式退出数据库</a:t>
            </a:r>
            <a:endParaRPr lang="en-US" altLang="zh-CN" dirty="0" smtClean="0"/>
          </a:p>
          <a:p>
            <a:r>
              <a:rPr lang="en-US" altLang="zh-CN" smtClean="0">
                <a:solidFill>
                  <a:srgbClr val="FF0000"/>
                </a:solidFill>
              </a:rPr>
              <a:t>exit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46" y="1471230"/>
            <a:ext cx="4505954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5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使用命令创建和删除数据库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784678" cy="4351338"/>
          </a:xfrm>
        </p:spPr>
        <p:txBody>
          <a:bodyPr/>
          <a:lstStyle/>
          <a:p>
            <a:r>
              <a:rPr lang="zh-CN" altLang="en-US" dirty="0" smtClean="0"/>
              <a:t>创建数据库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create database </a:t>
            </a:r>
            <a:r>
              <a:rPr lang="zh-CN" altLang="en-US" dirty="0">
                <a:solidFill>
                  <a:srgbClr val="FF0000"/>
                </a:solidFill>
              </a:rPr>
              <a:t>数据库名</a:t>
            </a:r>
            <a:r>
              <a:rPr lang="en-US" altLang="zh-CN" dirty="0" smtClean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 smtClean="0"/>
              <a:t>例如：在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用户下创建一个名为“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”的数据库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create database test;</a:t>
            </a:r>
          </a:p>
          <a:p>
            <a:r>
              <a:rPr lang="zh-CN" altLang="en-US" dirty="0" smtClean="0"/>
              <a:t>删除数据库</a:t>
            </a:r>
            <a:endParaRPr lang="en-US" altLang="zh-CN" dirty="0" smtClean="0"/>
          </a:p>
          <a:p>
            <a:pPr lvl="1"/>
            <a:r>
              <a:rPr lang="en-US" altLang="zh-CN" dirty="0"/>
              <a:t>drop database </a:t>
            </a:r>
            <a:r>
              <a:rPr lang="zh-CN" altLang="en-US" dirty="0" smtClean="0"/>
              <a:t>数据库名</a:t>
            </a:r>
            <a:r>
              <a:rPr lang="en-US" altLang="zh-CN" dirty="0" smtClean="0"/>
              <a:t>;</a:t>
            </a:r>
          </a:p>
          <a:p>
            <a:pPr lvl="1"/>
            <a:r>
              <a:rPr lang="zh-CN" altLang="en-US" dirty="0" smtClean="0"/>
              <a:t>例如：删除数据库“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”</a:t>
            </a:r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drop database test;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46" y="1690688"/>
            <a:ext cx="4820323" cy="48203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642" y="1632922"/>
            <a:ext cx="4820323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自学用</a:t>
            </a:r>
            <a:r>
              <a:rPr lang="en-US" altLang="zh-CN" dirty="0" err="1" smtClean="0"/>
              <a:t>HeidiSQL</a:t>
            </a:r>
            <a:r>
              <a:rPr lang="zh-CN" altLang="en-US" dirty="0" smtClean="0"/>
              <a:t>从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sql</a:t>
            </a:r>
            <a:r>
              <a:rPr lang="zh-CN" altLang="en-US" dirty="0" smtClean="0"/>
              <a:t>文件中导入数据库</a:t>
            </a:r>
            <a:endParaRPr lang="en-US" altLang="zh-CN" dirty="0" smtClean="0"/>
          </a:p>
          <a:p>
            <a:r>
              <a:rPr lang="zh-CN" altLang="en-US" dirty="0"/>
              <a:t>自学用</a:t>
            </a:r>
            <a:r>
              <a:rPr lang="en-US" altLang="zh-CN" dirty="0" err="1"/>
              <a:t>HeidiSQL</a:t>
            </a:r>
            <a:r>
              <a:rPr lang="zh-CN" altLang="en-US" dirty="0" smtClean="0"/>
              <a:t>查看数据库和数据库中的表</a:t>
            </a:r>
            <a:endParaRPr lang="en-US" altLang="zh-CN" dirty="0" smtClean="0"/>
          </a:p>
          <a:p>
            <a:r>
              <a:rPr lang="zh-CN" altLang="en-US" dirty="0" smtClean="0"/>
              <a:t>自学用</a:t>
            </a:r>
            <a:r>
              <a:rPr lang="en-US" altLang="zh-CN" dirty="0" err="1" smtClean="0"/>
              <a:t>HeidiSQL</a:t>
            </a:r>
            <a:r>
              <a:rPr lang="zh-CN" altLang="en-US" smtClean="0"/>
              <a:t>创建和删除数据库</a:t>
            </a:r>
            <a:endParaRPr lang="en-US" altLang="zh-CN" dirty="0" smtClean="0"/>
          </a:p>
          <a:p>
            <a:r>
              <a:rPr lang="en-US" altLang="zh-CN" dirty="0" smtClean="0"/>
              <a:t>(</a:t>
            </a:r>
            <a:r>
              <a:rPr lang="zh-CN" altLang="en-US" dirty="0" smtClean="0"/>
              <a:t>建议：学习过程中要擅于利用网络资源，例如：百度，解决遇到的问题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644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419</Words>
  <Application>Microsoft Office PowerPoint</Application>
  <PresentationFormat>宽屏</PresentationFormat>
  <Paragraphs>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宋体</vt:lpstr>
      <vt:lpstr>Arial</vt:lpstr>
      <vt:lpstr>Calibri</vt:lpstr>
      <vt:lpstr>Calibri Light</vt:lpstr>
      <vt:lpstr>Office 主题</vt:lpstr>
      <vt:lpstr>MySQL常见命令练习（一）</vt:lpstr>
      <vt:lpstr>连接MySQL服务器</vt:lpstr>
      <vt:lpstr>查看MySQL服务器上的数据库</vt:lpstr>
      <vt:lpstr>加载样例数据库classicmodels</vt:lpstr>
      <vt:lpstr>进入数据库classicmodels并查看表</vt:lpstr>
      <vt:lpstr>查看当前使用数据库</vt:lpstr>
      <vt:lpstr>查看表结构</vt:lpstr>
      <vt:lpstr>查看其他数据库中的表</vt:lpstr>
      <vt:lpstr>切换数据库</vt:lpstr>
      <vt:lpstr>删除数据库</vt:lpstr>
      <vt:lpstr>退出数据库(MySQL服务器)</vt:lpstr>
      <vt:lpstr>使用命令创建和删除数据库</vt:lpstr>
      <vt:lpstr>练习作业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MySQL连接服务器和加载样例数据库</dc:title>
  <dc:creator>Administrator</dc:creator>
  <cp:lastModifiedBy>yujuan@zjnu.edu.cn</cp:lastModifiedBy>
  <cp:revision>54</cp:revision>
  <dcterms:created xsi:type="dcterms:W3CDTF">2020-02-17T13:09:53Z</dcterms:created>
  <dcterms:modified xsi:type="dcterms:W3CDTF">2022-09-05T01:39:32Z</dcterms:modified>
</cp:coreProperties>
</file>