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34FED2-C5E2-426C-9A84-62C159CE7872}" type="datetimeFigureOut">
              <a:rPr lang="zh-CN" altLang="en-US" smtClean="0"/>
              <a:t>2020/2/18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BCB89-97B4-4109-A4F2-65F0CBE0C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4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FBCB89-97B4-4109-A4F2-65F0CBE0C61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559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13C83-E092-4A1D-B976-FFBECBE84D57}" type="datetimeFigureOut">
              <a:rPr lang="zh-CN" altLang="en-US" smtClean="0"/>
              <a:t>2020/2/18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42D7D-17CE-49B9-BE51-474B501A5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529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13C83-E092-4A1D-B976-FFBECBE84D57}" type="datetimeFigureOut">
              <a:rPr lang="zh-CN" altLang="en-US" smtClean="0"/>
              <a:t>2020/2/18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42D7D-17CE-49B9-BE51-474B501A5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371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13C83-E092-4A1D-B976-FFBECBE84D57}" type="datetimeFigureOut">
              <a:rPr lang="zh-CN" altLang="en-US" smtClean="0"/>
              <a:t>2020/2/18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42D7D-17CE-49B9-BE51-474B501A5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048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13C83-E092-4A1D-B976-FFBECBE84D57}" type="datetimeFigureOut">
              <a:rPr lang="zh-CN" altLang="en-US" smtClean="0"/>
              <a:t>2020/2/18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42D7D-17CE-49B9-BE51-474B501A5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320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13C83-E092-4A1D-B976-FFBECBE84D57}" type="datetimeFigureOut">
              <a:rPr lang="zh-CN" altLang="en-US" smtClean="0"/>
              <a:t>2020/2/18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42D7D-17CE-49B9-BE51-474B501A5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325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13C83-E092-4A1D-B976-FFBECBE84D57}" type="datetimeFigureOut">
              <a:rPr lang="zh-CN" altLang="en-US" smtClean="0"/>
              <a:t>2020/2/18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42D7D-17CE-49B9-BE51-474B501A5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568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13C83-E092-4A1D-B976-FFBECBE84D57}" type="datetimeFigureOut">
              <a:rPr lang="zh-CN" altLang="en-US" smtClean="0"/>
              <a:t>2020/2/18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42D7D-17CE-49B9-BE51-474B501A5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455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13C83-E092-4A1D-B976-FFBECBE84D57}" type="datetimeFigureOut">
              <a:rPr lang="zh-CN" altLang="en-US" smtClean="0"/>
              <a:t>2020/2/18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42D7D-17CE-49B9-BE51-474B501A5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63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13C83-E092-4A1D-B976-FFBECBE84D57}" type="datetimeFigureOut">
              <a:rPr lang="zh-CN" altLang="en-US" smtClean="0"/>
              <a:t>2020/2/18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42D7D-17CE-49B9-BE51-474B501A5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907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13C83-E092-4A1D-B976-FFBECBE84D57}" type="datetimeFigureOut">
              <a:rPr lang="zh-CN" altLang="en-US" smtClean="0"/>
              <a:t>2020/2/18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42D7D-17CE-49B9-BE51-474B501A5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791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13C83-E092-4A1D-B976-FFBECBE84D57}" type="datetimeFigureOut">
              <a:rPr lang="zh-CN" altLang="en-US" smtClean="0"/>
              <a:t>2020/2/18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42D7D-17CE-49B9-BE51-474B501A5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477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13C83-E092-4A1D-B976-FFBECBE84D57}" type="datetimeFigureOut">
              <a:rPr lang="zh-CN" altLang="en-US" smtClean="0"/>
              <a:t>2020/2/18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42D7D-17CE-49B9-BE51-474B501A5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26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MySQL</a:t>
            </a:r>
            <a:r>
              <a:rPr lang="zh-CN" altLang="en-US" dirty="0" smtClean="0"/>
              <a:t>课堂练习二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用户管理：创建用户、用户授权</a:t>
            </a:r>
            <a:endParaRPr lang="en-US" altLang="zh-CN" dirty="0" smtClean="0"/>
          </a:p>
          <a:p>
            <a:r>
              <a:rPr lang="en-US" altLang="zh-CN" dirty="0" smtClean="0"/>
              <a:t>2020</a:t>
            </a:r>
            <a:r>
              <a:rPr lang="zh-CN" altLang="en-US" dirty="0" smtClean="0"/>
              <a:t>年</a:t>
            </a:r>
            <a:r>
              <a:rPr lang="en-US" altLang="zh-CN" dirty="0" smtClean="0"/>
              <a:t>2</a:t>
            </a:r>
            <a:r>
              <a:rPr lang="zh-CN" altLang="en-US" dirty="0" smtClean="0"/>
              <a:t>月</a:t>
            </a:r>
            <a:r>
              <a:rPr lang="en-US" altLang="zh-CN" dirty="0" smtClean="0"/>
              <a:t>21</a:t>
            </a:r>
            <a:r>
              <a:rPr lang="zh-CN" altLang="en-US" dirty="0" smtClean="0"/>
              <a:t>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2643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MySQL</a:t>
            </a:r>
            <a:r>
              <a:rPr lang="zh-CN" altLang="en-US" dirty="0" smtClean="0"/>
              <a:t>的用户管理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620904" cy="4351338"/>
          </a:xfrm>
        </p:spPr>
        <p:txBody>
          <a:bodyPr/>
          <a:lstStyle/>
          <a:p>
            <a:r>
              <a:rPr lang="en-US" altLang="zh-CN" dirty="0" smtClean="0"/>
              <a:t>MySQL </a:t>
            </a:r>
            <a:r>
              <a:rPr lang="zh-CN" altLang="en-US" dirty="0" smtClean="0"/>
              <a:t>的用户信息保存在 “</a:t>
            </a:r>
            <a:r>
              <a:rPr lang="en-US" altLang="zh-CN" dirty="0" err="1" smtClean="0"/>
              <a:t>mysql</a:t>
            </a:r>
            <a:r>
              <a:rPr lang="zh-CN" altLang="en-US" dirty="0" smtClean="0"/>
              <a:t>”数据库的“</a:t>
            </a:r>
            <a:r>
              <a:rPr lang="en-US" altLang="zh-CN" dirty="0" smtClean="0"/>
              <a:t>user</a:t>
            </a:r>
            <a:r>
              <a:rPr lang="zh-CN" altLang="en-US" dirty="0" smtClean="0"/>
              <a:t>”</a:t>
            </a:r>
            <a:r>
              <a:rPr lang="zh-CN" altLang="en-US" dirty="0"/>
              <a:t>表</a:t>
            </a:r>
            <a:r>
              <a:rPr lang="zh-CN" altLang="en-US" dirty="0" smtClean="0"/>
              <a:t>中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查看表“</a:t>
            </a:r>
            <a:r>
              <a:rPr lang="en-US" altLang="zh-CN" dirty="0" smtClean="0"/>
              <a:t>user</a:t>
            </a:r>
            <a:r>
              <a:rPr lang="zh-CN" altLang="en-US" dirty="0" smtClean="0"/>
              <a:t>”中的现有用户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2815" y="1966325"/>
            <a:ext cx="6363588" cy="421063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359" y="1895975"/>
            <a:ext cx="6382641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53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创建用户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02791" cy="4351338"/>
          </a:xfrm>
        </p:spPr>
        <p:txBody>
          <a:bodyPr/>
          <a:lstStyle/>
          <a:p>
            <a:r>
              <a:rPr lang="zh-CN" altLang="en-US" dirty="0" smtClean="0"/>
              <a:t>创建用户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0000"/>
                </a:solidFill>
              </a:rPr>
              <a:t>create user </a:t>
            </a:r>
            <a:r>
              <a:rPr lang="zh-CN" altLang="en-US" dirty="0" smtClean="0">
                <a:solidFill>
                  <a:srgbClr val="FF0000"/>
                </a:solidFill>
              </a:rPr>
              <a:t>用户名</a:t>
            </a:r>
            <a:r>
              <a:rPr lang="en-US" altLang="zh-CN" dirty="0" smtClean="0">
                <a:solidFill>
                  <a:srgbClr val="FF0000"/>
                </a:solidFill>
              </a:rPr>
              <a:t>;</a:t>
            </a:r>
          </a:p>
          <a:p>
            <a:pPr lvl="1"/>
            <a:r>
              <a:rPr lang="zh-CN" altLang="en-US" dirty="0"/>
              <a:t>例如：创建一个指定主机为</a:t>
            </a:r>
            <a:r>
              <a:rPr lang="en-US" altLang="zh-CN" dirty="0"/>
              <a:t>127.0.0.1</a:t>
            </a:r>
            <a:r>
              <a:rPr lang="zh-CN" altLang="en-US" dirty="0"/>
              <a:t>的用户，该用户只能在</a:t>
            </a:r>
            <a:r>
              <a:rPr lang="en-US" altLang="zh-CN" dirty="0"/>
              <a:t>IP</a:t>
            </a:r>
            <a:r>
              <a:rPr lang="zh-CN" altLang="en-US" dirty="0"/>
              <a:t>为</a:t>
            </a:r>
            <a:r>
              <a:rPr lang="en-US" altLang="zh-CN" dirty="0"/>
              <a:t>127.0.0.1</a:t>
            </a:r>
            <a:r>
              <a:rPr lang="zh-CN" altLang="en-US" dirty="0"/>
              <a:t>的主机登录，用户名</a:t>
            </a:r>
            <a:r>
              <a:rPr lang="zh-CN" altLang="en-US" dirty="0" smtClean="0"/>
              <a:t>叫做</a:t>
            </a:r>
            <a:r>
              <a:rPr lang="en-US" altLang="zh-CN" dirty="0" smtClean="0"/>
              <a:t>”</a:t>
            </a:r>
            <a:r>
              <a:rPr lang="en-US" altLang="zh-CN" dirty="0" err="1" smtClean="0"/>
              <a:t>testuser</a:t>
            </a:r>
            <a:r>
              <a:rPr lang="en-US" altLang="zh-CN" dirty="0" smtClean="0"/>
              <a:t>”</a:t>
            </a:r>
            <a:r>
              <a:rPr lang="zh-CN" altLang="en-US" dirty="0" smtClean="0"/>
              <a:t>，</a:t>
            </a:r>
            <a:r>
              <a:rPr lang="zh-CN" altLang="en-US" dirty="0"/>
              <a:t>密码</a:t>
            </a:r>
            <a:r>
              <a:rPr lang="zh-CN" altLang="en-US" dirty="0" smtClean="0"/>
              <a:t>为</a:t>
            </a:r>
            <a:r>
              <a:rPr lang="en-US" altLang="zh-CN" dirty="0" smtClean="0"/>
              <a:t>123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90688"/>
            <a:ext cx="5534797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885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</a:t>
            </a:r>
            <a:r>
              <a:rPr lang="zh-CN" altLang="en-US" dirty="0" smtClean="0"/>
              <a:t>用户授权和查看授权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0463" cy="4351338"/>
          </a:xfrm>
        </p:spPr>
        <p:txBody>
          <a:bodyPr/>
          <a:lstStyle/>
          <a:p>
            <a:r>
              <a:rPr lang="zh-CN" altLang="en-US" dirty="0"/>
              <a:t>为新用户授权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grant</a:t>
            </a:r>
            <a:r>
              <a:rPr lang="en-US" altLang="zh-CN" dirty="0"/>
              <a:t> </a:t>
            </a:r>
            <a:r>
              <a:rPr lang="zh-CN" altLang="en-US" dirty="0" smtClean="0"/>
              <a:t>语句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例如</a:t>
            </a:r>
            <a:r>
              <a:rPr lang="zh-CN" altLang="en-US" dirty="0"/>
              <a:t>：</a:t>
            </a:r>
            <a:r>
              <a:rPr lang="zh-CN" altLang="en-US" dirty="0" smtClean="0"/>
              <a:t>为刚建的用户</a:t>
            </a:r>
            <a:r>
              <a:rPr lang="en-US" altLang="zh-CN" dirty="0" smtClean="0"/>
              <a:t>testuser@127.0.0.1</a:t>
            </a:r>
            <a:r>
              <a:rPr lang="zh-CN" altLang="en-US" dirty="0" smtClean="0"/>
              <a:t>授权</a:t>
            </a:r>
            <a:r>
              <a:rPr lang="zh-CN" altLang="en-US" dirty="0"/>
              <a:t>所有权限</a:t>
            </a:r>
            <a:endParaRPr lang="en-US" altLang="zh-CN" dirty="0"/>
          </a:p>
          <a:p>
            <a:r>
              <a:rPr lang="zh-CN" altLang="en-US" dirty="0"/>
              <a:t>查看授权</a:t>
            </a:r>
          </a:p>
          <a:p>
            <a:pPr lvl="1"/>
            <a:r>
              <a:rPr lang="en-US" altLang="zh-CN" dirty="0" smtClean="0">
                <a:solidFill>
                  <a:srgbClr val="FF0000"/>
                </a:solidFill>
              </a:rPr>
              <a:t>show grants</a:t>
            </a:r>
            <a:r>
              <a:rPr lang="zh-CN" altLang="en-US" dirty="0" smtClean="0"/>
              <a:t>语句</a:t>
            </a:r>
            <a:endParaRPr lang="en-US" altLang="zh-CN" dirty="0" smtClean="0"/>
          </a:p>
          <a:p>
            <a:r>
              <a:rPr lang="zh-CN" altLang="en-US" dirty="0" smtClean="0"/>
              <a:t>感兴趣的同学可以深入研究授权</a:t>
            </a:r>
            <a:r>
              <a:rPr lang="en-US" altLang="zh-CN" dirty="0" smtClean="0"/>
              <a:t>grant</a:t>
            </a:r>
            <a:r>
              <a:rPr lang="zh-CN" altLang="en-US" dirty="0" smtClean="0"/>
              <a:t>语句的详细使用方法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573" y="579340"/>
            <a:ext cx="5817761" cy="627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240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查看当前用户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select </a:t>
            </a:r>
            <a:r>
              <a:rPr lang="en-US" altLang="zh-CN" dirty="0" err="1" smtClean="0">
                <a:solidFill>
                  <a:srgbClr val="FF0000"/>
                </a:solidFill>
              </a:rPr>
              <a:t>current_user</a:t>
            </a:r>
            <a:r>
              <a:rPr lang="en-US" altLang="zh-CN" dirty="0" smtClean="0">
                <a:solidFill>
                  <a:srgbClr val="FF0000"/>
                </a:solidFill>
              </a:rPr>
              <a:t>();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633" y="1509062"/>
            <a:ext cx="6392167" cy="46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23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切换用户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1" y="1825625"/>
            <a:ext cx="4661848" cy="4351338"/>
          </a:xfrm>
        </p:spPr>
        <p:txBody>
          <a:bodyPr/>
          <a:lstStyle/>
          <a:p>
            <a:r>
              <a:rPr lang="zh-CN" altLang="en-US" dirty="0" smtClean="0"/>
              <a:t>已经登入</a:t>
            </a:r>
            <a:r>
              <a:rPr lang="en-US" altLang="zh-CN" dirty="0" smtClean="0"/>
              <a:t>MySQL</a:t>
            </a:r>
            <a:r>
              <a:rPr lang="zh-CN" altLang="en-US" dirty="0" smtClean="0"/>
              <a:t>的情况下，按右图方式操作</a:t>
            </a:r>
            <a:endParaRPr lang="en-US" altLang="zh-CN" dirty="0" smtClean="0"/>
          </a:p>
          <a:p>
            <a:r>
              <a:rPr lang="zh-CN" altLang="en-US" dirty="0" smtClean="0"/>
              <a:t>另外，也可直接关掉窗口，重新打开</a:t>
            </a:r>
            <a:r>
              <a:rPr lang="en-US" altLang="zh-CN" dirty="0" err="1" smtClean="0"/>
              <a:t>cmd</a:t>
            </a:r>
            <a:r>
              <a:rPr lang="zh-CN" altLang="en-US" dirty="0" smtClean="0"/>
              <a:t>登录</a:t>
            </a:r>
            <a:endParaRPr lang="zh-CN" altLang="en-US" dirty="0"/>
          </a:p>
        </p:txBody>
      </p:sp>
      <p:pic>
        <p:nvPicPr>
          <p:cNvPr id="6" name="内容占位符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149" y="1825625"/>
            <a:ext cx="59586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187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删除用户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811973" cy="4351338"/>
          </a:xfrm>
        </p:spPr>
        <p:txBody>
          <a:bodyPr>
            <a:normAutofit lnSpcReduction="10000"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drop user </a:t>
            </a:r>
          </a:p>
          <a:p>
            <a:r>
              <a:rPr lang="zh-CN" altLang="en-US" dirty="0" smtClean="0"/>
              <a:t>例如：删除前面创建的用户</a:t>
            </a:r>
            <a:r>
              <a:rPr lang="en-US" altLang="zh-CN" dirty="0" smtClean="0"/>
              <a:t>testuser@127.0.0.1</a:t>
            </a:r>
          </a:p>
          <a:p>
            <a:r>
              <a:rPr lang="en-US" altLang="zh-CN" dirty="0" smtClean="0">
                <a:solidFill>
                  <a:srgbClr val="FF0000"/>
                </a:solidFill>
              </a:rPr>
              <a:t>drop user ‘testuser’@’127.0.0.1’;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 smtClean="0"/>
              <a:t>注意：这里是在</a:t>
            </a:r>
            <a:r>
              <a:rPr lang="en-US" altLang="zh-CN" dirty="0" smtClean="0"/>
              <a:t>root</a:t>
            </a:r>
            <a:r>
              <a:rPr lang="zh-CN" altLang="en-US" dirty="0" smtClean="0"/>
              <a:t>用户下进行的删除操作。</a:t>
            </a:r>
            <a:endParaRPr lang="en-US" altLang="zh-CN" dirty="0" smtClean="0"/>
          </a:p>
          <a:p>
            <a:r>
              <a:rPr lang="zh-CN" altLang="en-US" dirty="0" smtClean="0"/>
              <a:t>问题：不在</a:t>
            </a:r>
            <a:r>
              <a:rPr lang="en-US" altLang="zh-CN" dirty="0" smtClean="0"/>
              <a:t>root</a:t>
            </a:r>
            <a:r>
              <a:rPr lang="zh-CN" altLang="en-US" dirty="0"/>
              <a:t>用户</a:t>
            </a:r>
            <a:r>
              <a:rPr lang="zh-CN" altLang="en-US" dirty="0" smtClean="0"/>
              <a:t>下能删除其他用户吗？可自行创建用户并验证一下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173" y="1690688"/>
            <a:ext cx="6392167" cy="46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696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212</Words>
  <Application>Microsoft Office PowerPoint</Application>
  <PresentationFormat>宽屏</PresentationFormat>
  <Paragraphs>30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宋体</vt:lpstr>
      <vt:lpstr>Arial</vt:lpstr>
      <vt:lpstr>Calibri</vt:lpstr>
      <vt:lpstr>Calibri Light</vt:lpstr>
      <vt:lpstr>Office 主题</vt:lpstr>
      <vt:lpstr>MySQL课堂练习二</vt:lpstr>
      <vt:lpstr>MySQL的用户管理</vt:lpstr>
      <vt:lpstr>创建用户</vt:lpstr>
      <vt:lpstr>新用户授权和查看授权</vt:lpstr>
      <vt:lpstr>查看当前用户</vt:lpstr>
      <vt:lpstr>切换用户</vt:lpstr>
      <vt:lpstr>删除用户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20</cp:revision>
  <dcterms:created xsi:type="dcterms:W3CDTF">2020-02-18T08:42:58Z</dcterms:created>
  <dcterms:modified xsi:type="dcterms:W3CDTF">2020-02-18T10:29:55Z</dcterms:modified>
</cp:coreProperties>
</file>